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5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96" r:id="rId16"/>
    <p:sldId id="286" r:id="rId17"/>
    <p:sldId id="297" r:id="rId18"/>
    <p:sldId id="267" r:id="rId19"/>
    <p:sldId id="268" r:id="rId20"/>
    <p:sldId id="291" r:id="rId21"/>
    <p:sldId id="299" r:id="rId22"/>
    <p:sldId id="298" r:id="rId23"/>
    <p:sldId id="279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070">
          <p15:clr>
            <a:srgbClr val="A4A3A4"/>
          </p15:clr>
        </p15:guide>
        <p15:guide id="2" orient="horz" pos="252">
          <p15:clr>
            <a:srgbClr val="A4A3A4"/>
          </p15:clr>
        </p15:guide>
        <p15:guide id="3" pos="7136">
          <p15:clr>
            <a:srgbClr val="A4A3A4"/>
          </p15:clr>
        </p15:guide>
        <p15:guide id="4" pos="659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83ac9VtiNlzFvWgVD24B9xAEX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3BABB-DB54-6808-7F42-CDC256558557}" v="231" dt="2026-05-09T19:40:56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23" y="63"/>
      </p:cViewPr>
      <p:guideLst>
        <p:guide orient="horz" pos="4070"/>
        <p:guide orient="horz" pos="252"/>
        <p:guide pos="7136"/>
        <p:guide pos="6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Kriz" userId="S::jim.kriz@ingagepartners.com::4cfac040-ad28-486b-994c-f031b68f9076" providerId="AD" clId="Web-{6658A565-3422-3633-EAA1-ECE9A20179FA}"/>
    <pc:docChg chg="modSld">
      <pc:chgData name="Jim Kriz" userId="S::jim.kriz@ingagepartners.com::4cfac040-ad28-486b-994c-f031b68f9076" providerId="AD" clId="Web-{6658A565-3422-3633-EAA1-ECE9A20179FA}" dt="2026-04-15T21:06:57.926" v="17" actId="20577"/>
      <pc:docMkLst>
        <pc:docMk/>
      </pc:docMkLst>
      <pc:sldChg chg="modSp">
        <pc:chgData name="Jim Kriz" userId="S::jim.kriz@ingagepartners.com::4cfac040-ad28-486b-994c-f031b68f9076" providerId="AD" clId="Web-{6658A565-3422-3633-EAA1-ECE9A20179FA}" dt="2026-04-15T21:05:02.173" v="15" actId="20577"/>
        <pc:sldMkLst>
          <pc:docMk/>
          <pc:sldMk cId="1874307919" sldId="291"/>
        </pc:sldMkLst>
        <pc:spChg chg="mod">
          <ac:chgData name="Jim Kriz" userId="S::jim.kriz@ingagepartners.com::4cfac040-ad28-486b-994c-f031b68f9076" providerId="AD" clId="Web-{6658A565-3422-3633-EAA1-ECE9A20179FA}" dt="2026-04-15T21:05:02.173" v="15" actId="20577"/>
          <ac:spMkLst>
            <pc:docMk/>
            <pc:sldMk cId="1874307919" sldId="291"/>
            <ac:spMk id="3" creationId="{F5601A8B-E71A-3FAE-923B-1194AACF48FE}"/>
          </ac:spMkLst>
        </pc:spChg>
      </pc:sldChg>
    </pc:docChg>
  </pc:docChgLst>
  <pc:docChgLst>
    <pc:chgData name="Jim Kriz" userId="S::jim.kriz@ingagepartners.com::4cfac040-ad28-486b-994c-f031b68f9076" providerId="AD" clId="Web-{228C4C32-FD94-DEDD-7596-0DD073AFA7ED}"/>
    <pc:docChg chg="addSld delSld modSld">
      <pc:chgData name="Jim Kriz" userId="S::jim.kriz@ingagepartners.com::4cfac040-ad28-486b-994c-f031b68f9076" providerId="AD" clId="Web-{228C4C32-FD94-DEDD-7596-0DD073AFA7ED}" dt="2026-04-14T22:03:52.702" v="484" actId="20577"/>
      <pc:docMkLst>
        <pc:docMk/>
      </pc:docMkLst>
      <pc:sldChg chg="modSp">
        <pc:chgData name="Jim Kriz" userId="S::jim.kriz@ingagepartners.com::4cfac040-ad28-486b-994c-f031b68f9076" providerId="AD" clId="Web-{228C4C32-FD94-DEDD-7596-0DD073AFA7ED}" dt="2026-04-14T21:30:22.599" v="1" actId="20577"/>
        <pc:sldMkLst>
          <pc:docMk/>
          <pc:sldMk cId="0" sldId="256"/>
        </pc:sldMkLst>
        <pc:spChg chg="mod">
          <ac:chgData name="Jim Kriz" userId="S::jim.kriz@ingagepartners.com::4cfac040-ad28-486b-994c-f031b68f9076" providerId="AD" clId="Web-{228C4C32-FD94-DEDD-7596-0DD073AFA7ED}" dt="2026-04-14T21:30:22.599" v="1" actId="20577"/>
          <ac:spMkLst>
            <pc:docMk/>
            <pc:sldMk cId="0" sldId="256"/>
            <ac:spMk id="65" creationId="{00000000-0000-0000-0000-000000000000}"/>
          </ac:spMkLst>
        </pc:spChg>
      </pc:sldChg>
      <pc:sldChg chg="modSp">
        <pc:chgData name="Jim Kriz" userId="S::jim.kriz@ingagepartners.com::4cfac040-ad28-486b-994c-f031b68f9076" providerId="AD" clId="Web-{228C4C32-FD94-DEDD-7596-0DD073AFA7ED}" dt="2026-04-14T21:32:11.856" v="5" actId="20577"/>
        <pc:sldMkLst>
          <pc:docMk/>
          <pc:sldMk cId="3417531946" sldId="279"/>
        </pc:sldMkLst>
        <pc:spChg chg="mod">
          <ac:chgData name="Jim Kriz" userId="S::jim.kriz@ingagepartners.com::4cfac040-ad28-486b-994c-f031b68f9076" providerId="AD" clId="Web-{228C4C32-FD94-DEDD-7596-0DD073AFA7ED}" dt="2026-04-14T21:32:11.856" v="5" actId="20577"/>
          <ac:spMkLst>
            <pc:docMk/>
            <pc:sldMk cId="3417531946" sldId="279"/>
            <ac:spMk id="157" creationId="{7102150F-7B43-9AE5-1172-746196EF42AF}"/>
          </ac:spMkLst>
        </pc:spChg>
      </pc:sldChg>
      <pc:sldChg chg="addSp delSp modSp new">
        <pc:chgData name="Jim Kriz" userId="S::jim.kriz@ingagepartners.com::4cfac040-ad28-486b-994c-f031b68f9076" providerId="AD" clId="Web-{228C4C32-FD94-DEDD-7596-0DD073AFA7ED}" dt="2026-04-14T21:45:38.578" v="83" actId="20577"/>
        <pc:sldMkLst>
          <pc:docMk/>
          <pc:sldMk cId="1874307919" sldId="291"/>
        </pc:sldMkLst>
        <pc:spChg chg="mod">
          <ac:chgData name="Jim Kriz" userId="S::jim.kriz@ingagepartners.com::4cfac040-ad28-486b-994c-f031b68f9076" providerId="AD" clId="Web-{228C4C32-FD94-DEDD-7596-0DD073AFA7ED}" dt="2026-04-14T21:45:38.578" v="83" actId="20577"/>
          <ac:spMkLst>
            <pc:docMk/>
            <pc:sldMk cId="1874307919" sldId="291"/>
            <ac:spMk id="2" creationId="{F4037076-7015-2836-E843-F9BDCF5415CF}"/>
          </ac:spMkLst>
        </pc:spChg>
        <pc:spChg chg="mod">
          <ac:chgData name="Jim Kriz" userId="S::jim.kriz@ingagepartners.com::4cfac040-ad28-486b-994c-f031b68f9076" providerId="AD" clId="Web-{228C4C32-FD94-DEDD-7596-0DD073AFA7ED}" dt="2026-04-14T21:35:45.409" v="29" actId="20577"/>
          <ac:spMkLst>
            <pc:docMk/>
            <pc:sldMk cId="1874307919" sldId="291"/>
            <ac:spMk id="3" creationId="{F5601A8B-E71A-3FAE-923B-1194AACF48FE}"/>
          </ac:spMkLst>
        </pc:spChg>
      </pc:sldChg>
    </pc:docChg>
  </pc:docChgLst>
  <pc:docChgLst>
    <pc:chgData name="Brandon Schenz" userId="S::brandon.schenz@ingagepartners.com::1aae012b-003d-46ff-9f95-62a73032072c" providerId="AD" clId="Web-{0863BABB-DB54-6808-7F42-CDC256558557}"/>
    <pc:docChg chg="addSld delSld modSld sldOrd">
      <pc:chgData name="Brandon Schenz" userId="S::brandon.schenz@ingagepartners.com::1aae012b-003d-46ff-9f95-62a73032072c" providerId="AD" clId="Web-{0863BABB-DB54-6808-7F42-CDC256558557}" dt="2026-05-09T19:40:56.565" v="230"/>
      <pc:docMkLst>
        <pc:docMk/>
      </pc:docMkLst>
      <pc:sldChg chg="modSp">
        <pc:chgData name="Brandon Schenz" userId="S::brandon.schenz@ingagepartners.com::1aae012b-003d-46ff-9f95-62a73032072c" providerId="AD" clId="Web-{0863BABB-DB54-6808-7F42-CDC256558557}" dt="2026-05-09T18:50:51.983" v="1" actId="20577"/>
        <pc:sldMkLst>
          <pc:docMk/>
          <pc:sldMk cId="0" sldId="256"/>
        </pc:sldMkLst>
        <pc:spChg chg="mod">
          <ac:chgData name="Brandon Schenz" userId="S::brandon.schenz@ingagepartners.com::1aae012b-003d-46ff-9f95-62a73032072c" providerId="AD" clId="Web-{0863BABB-DB54-6808-7F42-CDC256558557}" dt="2026-05-09T18:50:51.983" v="1" actId="20577"/>
          <ac:spMkLst>
            <pc:docMk/>
            <pc:sldMk cId="0" sldId="256"/>
            <ac:spMk id="65" creationId="{00000000-0000-0000-0000-000000000000}"/>
          </ac:spMkLst>
        </pc:spChg>
      </pc:sldChg>
      <pc:sldChg chg="modSp">
        <pc:chgData name="Brandon Schenz" userId="S::brandon.schenz@ingagepartners.com::1aae012b-003d-46ff-9f95-62a73032072c" providerId="AD" clId="Web-{0863BABB-DB54-6808-7F42-CDC256558557}" dt="2026-05-09T19:09:41.184" v="192" actId="20577"/>
        <pc:sldMkLst>
          <pc:docMk/>
          <pc:sldMk cId="3417531946" sldId="279"/>
        </pc:sldMkLst>
        <pc:spChg chg="mod">
          <ac:chgData name="Brandon Schenz" userId="S::brandon.schenz@ingagepartners.com::1aae012b-003d-46ff-9f95-62a73032072c" providerId="AD" clId="Web-{0863BABB-DB54-6808-7F42-CDC256558557}" dt="2026-05-09T19:09:41.184" v="192" actId="20577"/>
          <ac:spMkLst>
            <pc:docMk/>
            <pc:sldMk cId="3417531946" sldId="279"/>
            <ac:spMk id="157" creationId="{7102150F-7B43-9AE5-1172-746196EF42AF}"/>
          </ac:spMkLst>
        </pc:spChg>
      </pc:sldChg>
      <pc:sldChg chg="modSp">
        <pc:chgData name="Brandon Schenz" userId="S::brandon.schenz@ingagepartners.com::1aae012b-003d-46ff-9f95-62a73032072c" providerId="AD" clId="Web-{0863BABB-DB54-6808-7F42-CDC256558557}" dt="2026-05-09T18:53:27.612" v="25" actId="20577"/>
        <pc:sldMkLst>
          <pc:docMk/>
          <pc:sldMk cId="521944996" sldId="286"/>
        </pc:sldMkLst>
        <pc:spChg chg="mod">
          <ac:chgData name="Brandon Schenz" userId="S::brandon.schenz@ingagepartners.com::1aae012b-003d-46ff-9f95-62a73032072c" providerId="AD" clId="Web-{0863BABB-DB54-6808-7F42-CDC256558557}" dt="2026-05-09T18:53:27.612" v="25" actId="20577"/>
          <ac:spMkLst>
            <pc:docMk/>
            <pc:sldMk cId="521944996" sldId="286"/>
            <ac:spMk id="122" creationId="{32E50325-8719-2FF4-1404-1333C36B780C}"/>
          </ac:spMkLst>
        </pc:spChg>
      </pc:sldChg>
      <pc:sldChg chg="delSp modSp">
        <pc:chgData name="Brandon Schenz" userId="S::brandon.schenz@ingagepartners.com::1aae012b-003d-46ff-9f95-62a73032072c" providerId="AD" clId="Web-{0863BABB-DB54-6808-7F42-CDC256558557}" dt="2026-05-09T19:33:38.131" v="229" actId="20577"/>
        <pc:sldMkLst>
          <pc:docMk/>
          <pc:sldMk cId="1874307919" sldId="291"/>
        </pc:sldMkLst>
        <pc:spChg chg="mod">
          <ac:chgData name="Brandon Schenz" userId="S::brandon.schenz@ingagepartners.com::1aae012b-003d-46ff-9f95-62a73032072c" providerId="AD" clId="Web-{0863BABB-DB54-6808-7F42-CDC256558557}" dt="2026-05-09T19:08:55.386" v="186" actId="20577"/>
          <ac:spMkLst>
            <pc:docMk/>
            <pc:sldMk cId="1874307919" sldId="291"/>
            <ac:spMk id="2" creationId="{F4037076-7015-2836-E843-F9BDCF5415CF}"/>
          </ac:spMkLst>
        </pc:spChg>
        <pc:spChg chg="mod">
          <ac:chgData name="Brandon Schenz" userId="S::brandon.schenz@ingagepartners.com::1aae012b-003d-46ff-9f95-62a73032072c" providerId="AD" clId="Web-{0863BABB-DB54-6808-7F42-CDC256558557}" dt="2026-05-09T19:33:38.131" v="229" actId="20577"/>
          <ac:spMkLst>
            <pc:docMk/>
            <pc:sldMk cId="1874307919" sldId="291"/>
            <ac:spMk id="3" creationId="{F5601A8B-E71A-3FAE-923B-1194AACF48FE}"/>
          </ac:spMkLst>
        </pc:spChg>
        <pc:picChg chg="del">
          <ac:chgData name="Brandon Schenz" userId="S::brandon.schenz@ingagepartners.com::1aae012b-003d-46ff-9f95-62a73032072c" providerId="AD" clId="Web-{0863BABB-DB54-6808-7F42-CDC256558557}" dt="2026-05-09T19:08:59.292" v="187"/>
          <ac:picMkLst>
            <pc:docMk/>
            <pc:sldMk cId="1874307919" sldId="291"/>
            <ac:picMk id="7" creationId="{88977D2A-C538-894C-4B32-ED13A870F2BA}"/>
          </ac:picMkLst>
        </pc:picChg>
      </pc:sldChg>
      <pc:sldChg chg="del">
        <pc:chgData name="Brandon Schenz" userId="S::brandon.schenz@ingagepartners.com::1aae012b-003d-46ff-9f95-62a73032072c" providerId="AD" clId="Web-{0863BABB-DB54-6808-7F42-CDC256558557}" dt="2026-05-09T19:07:58.463" v="163"/>
        <pc:sldMkLst>
          <pc:docMk/>
          <pc:sldMk cId="3176204424" sldId="292"/>
        </pc:sldMkLst>
      </pc:sldChg>
      <pc:sldChg chg="del">
        <pc:chgData name="Brandon Schenz" userId="S::brandon.schenz@ingagepartners.com::1aae012b-003d-46ff-9f95-62a73032072c" providerId="AD" clId="Web-{0863BABB-DB54-6808-7F42-CDC256558557}" dt="2026-05-09T19:08:00.978" v="164"/>
        <pc:sldMkLst>
          <pc:docMk/>
          <pc:sldMk cId="1306661660" sldId="293"/>
        </pc:sldMkLst>
      </pc:sldChg>
      <pc:sldChg chg="del">
        <pc:chgData name="Brandon Schenz" userId="S::brandon.schenz@ingagepartners.com::1aae012b-003d-46ff-9f95-62a73032072c" providerId="AD" clId="Web-{0863BABB-DB54-6808-7F42-CDC256558557}" dt="2026-05-09T19:08:03.666" v="165"/>
        <pc:sldMkLst>
          <pc:docMk/>
          <pc:sldMk cId="3783237546" sldId="294"/>
        </pc:sldMkLst>
      </pc:sldChg>
      <pc:sldChg chg="del">
        <pc:chgData name="Brandon Schenz" userId="S::brandon.schenz@ingagepartners.com::1aae012b-003d-46ff-9f95-62a73032072c" providerId="AD" clId="Web-{0863BABB-DB54-6808-7F42-CDC256558557}" dt="2026-05-09T19:08:04.807" v="166"/>
        <pc:sldMkLst>
          <pc:docMk/>
          <pc:sldMk cId="3771725911" sldId="295"/>
        </pc:sldMkLst>
      </pc:sldChg>
      <pc:sldChg chg="addSp delSp modSp add ord replId">
        <pc:chgData name="Brandon Schenz" userId="S::brandon.schenz@ingagepartners.com::1aae012b-003d-46ff-9f95-62a73032072c" providerId="AD" clId="Web-{0863BABB-DB54-6808-7F42-CDC256558557}" dt="2026-05-09T19:00:12.466" v="85"/>
        <pc:sldMkLst>
          <pc:docMk/>
          <pc:sldMk cId="2350356649" sldId="296"/>
        </pc:sldMkLst>
        <pc:spChg chg="mod">
          <ac:chgData name="Brandon Schenz" userId="S::brandon.schenz@ingagepartners.com::1aae012b-003d-46ff-9f95-62a73032072c" providerId="AD" clId="Web-{0863BABB-DB54-6808-7F42-CDC256558557}" dt="2026-05-09T18:54:47.051" v="29" actId="20577"/>
          <ac:spMkLst>
            <pc:docMk/>
            <pc:sldMk cId="2350356649" sldId="296"/>
            <ac:spMk id="121" creationId="{5A099B38-9008-B617-B75E-211C0FB6EE98}"/>
          </ac:spMkLst>
        </pc:spChg>
        <pc:spChg chg="mod">
          <ac:chgData name="Brandon Schenz" userId="S::brandon.schenz@ingagepartners.com::1aae012b-003d-46ff-9f95-62a73032072c" providerId="AD" clId="Web-{0863BABB-DB54-6808-7F42-CDC256558557}" dt="2026-05-09T19:00:05.465" v="84" actId="20577"/>
          <ac:spMkLst>
            <pc:docMk/>
            <pc:sldMk cId="2350356649" sldId="296"/>
            <ac:spMk id="122" creationId="{AE7F59EA-B610-3539-BFF8-951CCE24E640}"/>
          </ac:spMkLst>
        </pc:spChg>
        <pc:picChg chg="add mod">
          <ac:chgData name="Brandon Schenz" userId="S::brandon.schenz@ingagepartners.com::1aae012b-003d-46ff-9f95-62a73032072c" providerId="AD" clId="Web-{0863BABB-DB54-6808-7F42-CDC256558557}" dt="2026-05-09T18:58:58.651" v="48" actId="1076"/>
          <ac:picMkLst>
            <pc:docMk/>
            <pc:sldMk cId="2350356649" sldId="296"/>
            <ac:picMk id="2" creationId="{15D2A8F2-668D-5E7F-07FB-A4BBB56E25FC}"/>
          </ac:picMkLst>
        </pc:picChg>
        <pc:picChg chg="del">
          <ac:chgData name="Brandon Schenz" userId="S::brandon.schenz@ingagepartners.com::1aae012b-003d-46ff-9f95-62a73032072c" providerId="AD" clId="Web-{0863BABB-DB54-6808-7F42-CDC256558557}" dt="2026-05-09T18:58:47.838" v="46"/>
          <ac:picMkLst>
            <pc:docMk/>
            <pc:sldMk cId="2350356649" sldId="296"/>
            <ac:picMk id="4" creationId="{9CEECD29-6820-C20D-7451-6D16E437CA30}"/>
          </ac:picMkLst>
        </pc:picChg>
      </pc:sldChg>
      <pc:sldChg chg="addSp delSp modSp add replId">
        <pc:chgData name="Brandon Schenz" userId="S::brandon.schenz@ingagepartners.com::1aae012b-003d-46ff-9f95-62a73032072c" providerId="AD" clId="Web-{0863BABB-DB54-6808-7F42-CDC256558557}" dt="2026-05-09T19:06:11.163" v="162"/>
        <pc:sldMkLst>
          <pc:docMk/>
          <pc:sldMk cId="895888416" sldId="297"/>
        </pc:sldMkLst>
        <pc:spChg chg="mod">
          <ac:chgData name="Brandon Schenz" userId="S::brandon.schenz@ingagepartners.com::1aae012b-003d-46ff-9f95-62a73032072c" providerId="AD" clId="Web-{0863BABB-DB54-6808-7F42-CDC256558557}" dt="2026-05-09T19:06:11.163" v="162"/>
          <ac:spMkLst>
            <pc:docMk/>
            <pc:sldMk cId="895888416" sldId="297"/>
            <ac:spMk id="121" creationId="{2DF04C70-1BB5-D4C3-EC09-C1853627512C}"/>
          </ac:spMkLst>
        </pc:spChg>
        <pc:spChg chg="mod">
          <ac:chgData name="Brandon Schenz" userId="S::brandon.schenz@ingagepartners.com::1aae012b-003d-46ff-9f95-62a73032072c" providerId="AD" clId="Web-{0863BABB-DB54-6808-7F42-CDC256558557}" dt="2026-05-09T19:05:19.990" v="158" actId="20577"/>
          <ac:spMkLst>
            <pc:docMk/>
            <pc:sldMk cId="895888416" sldId="297"/>
            <ac:spMk id="122" creationId="{4C19AA2E-EA7C-F3BD-59C0-F247CB9844E1}"/>
          </ac:spMkLst>
        </pc:spChg>
        <pc:picChg chg="add mod">
          <ac:chgData name="Brandon Schenz" userId="S::brandon.schenz@ingagepartners.com::1aae012b-003d-46ff-9f95-62a73032072c" providerId="AD" clId="Web-{0863BABB-DB54-6808-7F42-CDC256558557}" dt="2026-05-09T19:05:56.507" v="161" actId="1076"/>
          <ac:picMkLst>
            <pc:docMk/>
            <pc:sldMk cId="895888416" sldId="297"/>
            <ac:picMk id="2" creationId="{D31149BD-8515-D181-EB8C-D44A8B1FBA04}"/>
          </ac:picMkLst>
        </pc:picChg>
        <pc:picChg chg="del">
          <ac:chgData name="Brandon Schenz" userId="S::brandon.schenz@ingagepartners.com::1aae012b-003d-46ff-9f95-62a73032072c" providerId="AD" clId="Web-{0863BABB-DB54-6808-7F42-CDC256558557}" dt="2026-05-09T19:05:23.162" v="159"/>
          <ac:picMkLst>
            <pc:docMk/>
            <pc:sldMk cId="895888416" sldId="297"/>
            <ac:picMk id="4" creationId="{58E6BBAC-FD28-AC98-1D6E-5B5BDA77A7FA}"/>
          </ac:picMkLst>
        </pc:picChg>
      </pc:sldChg>
      <pc:sldChg chg="modSp add ord replId">
        <pc:chgData name="Brandon Schenz" userId="S::brandon.schenz@ingagepartners.com::1aae012b-003d-46ff-9f95-62a73032072c" providerId="AD" clId="Web-{0863BABB-DB54-6808-7F42-CDC256558557}" dt="2026-05-09T19:13:46.049" v="215"/>
        <pc:sldMkLst>
          <pc:docMk/>
          <pc:sldMk cId="1251962179" sldId="298"/>
        </pc:sldMkLst>
        <pc:spChg chg="mod">
          <ac:chgData name="Brandon Schenz" userId="S::brandon.schenz@ingagepartners.com::1aae012b-003d-46ff-9f95-62a73032072c" providerId="AD" clId="Web-{0863BABB-DB54-6808-7F42-CDC256558557}" dt="2026-05-09T19:13:05.501" v="213" actId="20577"/>
          <ac:spMkLst>
            <pc:docMk/>
            <pc:sldMk cId="1251962179" sldId="298"/>
            <ac:spMk id="2" creationId="{C29A67D0-5ABD-D8F3-483F-6CFFA3237539}"/>
          </ac:spMkLst>
        </pc:spChg>
        <pc:spChg chg="mod">
          <ac:chgData name="Brandon Schenz" userId="S::brandon.schenz@ingagepartners.com::1aae012b-003d-46ff-9f95-62a73032072c" providerId="AD" clId="Web-{0863BABB-DB54-6808-7F42-CDC256558557}" dt="2026-05-09T19:12:54.141" v="207" actId="20577"/>
          <ac:spMkLst>
            <pc:docMk/>
            <pc:sldMk cId="1251962179" sldId="298"/>
            <ac:spMk id="3" creationId="{3DB4B66C-F0E1-8DAA-7D22-6F18647A24D7}"/>
          </ac:spMkLst>
        </pc:spChg>
      </pc:sldChg>
      <pc:sldChg chg="add ord replId">
        <pc:chgData name="Brandon Schenz" userId="S::brandon.schenz@ingagepartners.com::1aae012b-003d-46ff-9f95-62a73032072c" providerId="AD" clId="Web-{0863BABB-DB54-6808-7F42-CDC256558557}" dt="2026-05-09T19:40:56.565" v="230"/>
        <pc:sldMkLst>
          <pc:docMk/>
          <pc:sldMk cId="3790257536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69" name="Google Shape;6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Technology Agnostic</a:t>
            </a: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Better together</a:t>
            </a: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Point at code</a:t>
            </a:r>
            <a:endParaRPr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fc39256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fc39256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7fc392566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code</a:t>
            </a: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pizza</a:t>
            </a:r>
            <a:endParaRPr/>
          </a:p>
        </p:txBody>
      </p:sp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raffle</a:t>
            </a:r>
            <a:endParaRPr/>
          </a:p>
        </p:txBody>
      </p:sp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C6B203C-5978-9820-0D9F-F53B7518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8fb75797a_0_116:notes">
            <a:extLst>
              <a:ext uri="{FF2B5EF4-FFF2-40B4-BE49-F238E27FC236}">
                <a16:creationId xmlns:a16="http://schemas.microsoft.com/office/drawing/2014/main" id="{32FF5A17-3E73-9488-916E-7FAE2D704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8fb75797a_0_116:notes">
            <a:extLst>
              <a:ext uri="{FF2B5EF4-FFF2-40B4-BE49-F238E27FC236}">
                <a16:creationId xmlns:a16="http://schemas.microsoft.com/office/drawing/2014/main" id="{42955B27-0571-96DD-1297-5312DDCB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48fb75797a_0_116:notes">
            <a:extLst>
              <a:ext uri="{FF2B5EF4-FFF2-40B4-BE49-F238E27FC236}">
                <a16:creationId xmlns:a16="http://schemas.microsoft.com/office/drawing/2014/main" id="{F6A64A54-B7D7-007A-6E61-1723E4EC91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6364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F027074-30AD-F7D1-7993-42981824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8fb75797a_0_116:notes">
            <a:extLst>
              <a:ext uri="{FF2B5EF4-FFF2-40B4-BE49-F238E27FC236}">
                <a16:creationId xmlns:a16="http://schemas.microsoft.com/office/drawing/2014/main" id="{B34882B7-95AB-FF0F-0BDD-A0791DC2F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8fb75797a_0_116:notes">
            <a:extLst>
              <a:ext uri="{FF2B5EF4-FFF2-40B4-BE49-F238E27FC236}">
                <a16:creationId xmlns:a16="http://schemas.microsoft.com/office/drawing/2014/main" id="{CBCEEAD2-F665-691D-6E10-DB0D1862C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48fb75797a_0_116:notes">
            <a:extLst>
              <a:ext uri="{FF2B5EF4-FFF2-40B4-BE49-F238E27FC236}">
                <a16:creationId xmlns:a16="http://schemas.microsoft.com/office/drawing/2014/main" id="{32B3B595-BC8F-F6C1-172A-28E7C718B1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8437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EABFE97-F215-AE82-FC08-2CF68AF0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8fb75797a_0_116:notes">
            <a:extLst>
              <a:ext uri="{FF2B5EF4-FFF2-40B4-BE49-F238E27FC236}">
                <a16:creationId xmlns:a16="http://schemas.microsoft.com/office/drawing/2014/main" id="{9908F2BB-9EAC-B145-FAF0-EABF1770D8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8fb75797a_0_116:notes">
            <a:extLst>
              <a:ext uri="{FF2B5EF4-FFF2-40B4-BE49-F238E27FC236}">
                <a16:creationId xmlns:a16="http://schemas.microsoft.com/office/drawing/2014/main" id="{BD16B10F-FD52-CBA5-F362-F4F926182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48fb75797a_0_116:notes">
            <a:extLst>
              <a:ext uri="{FF2B5EF4-FFF2-40B4-BE49-F238E27FC236}">
                <a16:creationId xmlns:a16="http://schemas.microsoft.com/office/drawing/2014/main" id="{D85687C2-4B05-C38D-C860-02F7B8C51C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4530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592AC1DA-6690-4601-0225-EEB696B0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abda01f67_0_34:notes">
            <a:extLst>
              <a:ext uri="{FF2B5EF4-FFF2-40B4-BE49-F238E27FC236}">
                <a16:creationId xmlns:a16="http://schemas.microsoft.com/office/drawing/2014/main" id="{926371EA-CEAD-A51C-77CE-C6F81322B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35abda01f67_0_34:notes">
            <a:extLst>
              <a:ext uri="{FF2B5EF4-FFF2-40B4-BE49-F238E27FC236}">
                <a16:creationId xmlns:a16="http://schemas.microsoft.com/office/drawing/2014/main" id="{08218877-84D7-CD96-CD82-A0219A46F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2717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80" name="Google Shape;180;p14:notes"/>
          <p:cNvSpPr txBox="1"/>
          <p:nvPr/>
        </p:nvSpPr>
        <p:spPr>
          <a:xfrm>
            <a:off x="762000" y="1490116"/>
            <a:ext cx="53340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you're on a game show, and you're given the choice of three doors: Behind one door is a car; behind the others, goats. You pick a door, say No. 1, and the host, who knows what's behind the doors, opens another door, say No. 3, which has a goat. He then says to you, "Do you want to pick door No. 2?" Is it to your advantage to switch your choice?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abda01f67_2_105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5abda01f67_2_105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5abda01f67_2_105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5abda01f67_2_1095"/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nir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9" name="Google Shape;19;g35abda01f67_2_10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nir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Google Shape;20;g35abda01f67_2_109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abda01f67_2_105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g35abda01f67_2_10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5abda01f67_2_106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5abda01f67_2_106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35abda01f67_2_106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5abda01f67_2_106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5abda01f67_2_106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35abda01f67_2_106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g35abda01f67_2_106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abda01f67_2_107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5abda01f67_2_10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abda01f67_2_107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g35abda01f67_2_107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g35abda01f67_2_10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abda01f67_2_107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2" name="Google Shape;42;g35abda01f67_2_107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5abda01f67_2_1080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5abda01f67_2_108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6" name="Google Shape;46;g35abda01f67_2_108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" name="Google Shape;47;g35abda01f67_2_1080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35abda01f67_2_108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abda01f67_2_108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g35abda01f67_2_108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abda01f67_2_108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4" name="Google Shape;54;g35abda01f67_2_108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35abda01f67_2_108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abda01f67_2_109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abda01f67_2_105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5abda01f67_2_105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5abda01f67_2_105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inaiweek.com/cinc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ncydeliver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omentumdevcon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XifUs1FhWRc?si=QAmD09z2Q3Tq2C2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ales.jetbrains.com/hc/en-gb/articles/207240845-What-is-a-perpetual-fallback-license-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22468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>
            <a:spLocks noGrp="1"/>
          </p:cNvSpPr>
          <p:nvPr>
            <p:ph type="ctrTitle"/>
          </p:nvPr>
        </p:nvSpPr>
        <p:spPr>
          <a:xfrm>
            <a:off x="2622900" y="216820"/>
            <a:ext cx="6946200" cy="16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</a:pPr>
            <a:endParaRPr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</a:pPr>
            <a:endParaRPr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</a:pPr>
            <a:endParaRPr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</a:pPr>
            <a:r>
              <a:rPr lang="en-US" sz="5000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Code, Craft,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000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</a:t>
            </a:r>
            <a:endParaRPr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1"/>
          </p:nvPr>
        </p:nvSpPr>
        <p:spPr>
          <a:xfrm>
            <a:off x="1524007" y="1899813"/>
            <a:ext cx="91440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</a:pPr>
            <a:r>
              <a:rPr lang="en-US" sz="4400">
                <a:latin typeface="Calibri"/>
                <a:ea typeface="Calibri"/>
                <a:cs typeface="Calibri"/>
              </a:rPr>
              <a:t>5/20/2026</a:t>
            </a:r>
            <a:endParaRPr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" title="ChatGPT Image Sep 17, 2025, 10_42_3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" title="ChatGPT Image Sep 17, 2025, 10_33_5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0"/>
            <a:ext cx="982980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" title="ChatGPT Image Sep 17, 2025, 11_24_1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402" y="16800"/>
            <a:ext cx="10261801" cy="684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150" y="949075"/>
            <a:ext cx="9960102" cy="56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fc392566d_0_0"/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7fc392566d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g37fc392566d_0_0"/>
          <p:cNvPicPr preferRelativeResize="0"/>
          <p:nvPr/>
        </p:nvPicPr>
        <p:blipFill rotWithShape="1">
          <a:blip r:embed="rId3">
            <a:alphaModFix/>
          </a:blip>
          <a:srcRect t="15647"/>
          <a:stretch/>
        </p:blipFill>
        <p:spPr>
          <a:xfrm>
            <a:off x="0" y="7649"/>
            <a:ext cx="12192000" cy="1542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" title="ChatGPT Image Sep 17, 2025, 11_48_4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895" y="0"/>
            <a:ext cx="98298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8" title="ChatGPT Image Sep 17, 2025, 11_55_1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0"/>
            <a:ext cx="98298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88" y="979725"/>
            <a:ext cx="10153624" cy="580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88" y="979725"/>
            <a:ext cx="10153624" cy="580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08E3879-35F1-D78D-CFE4-F2ACF815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8fb75797a_0_116">
            <a:extLst>
              <a:ext uri="{FF2B5EF4-FFF2-40B4-BE49-F238E27FC236}">
                <a16:creationId xmlns:a16="http://schemas.microsoft.com/office/drawing/2014/main" id="{5A099B38-9008-B617-B75E-211C0FB6E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Cincy AI Week</a:t>
            </a:r>
            <a:endParaRPr lang="en-US"/>
          </a:p>
        </p:txBody>
      </p:sp>
      <p:sp>
        <p:nvSpPr>
          <p:cNvPr id="122" name="Google Shape;122;g348fb75797a_0_116">
            <a:extLst>
              <a:ext uri="{FF2B5EF4-FFF2-40B4-BE49-F238E27FC236}">
                <a16:creationId xmlns:a16="http://schemas.microsoft.com/office/drawing/2014/main" id="{AE7F59EA-B610-3539-BFF8-951CCE24E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June 9-11, 2026</a:t>
            </a:r>
            <a:endParaRPr lang="en-US"/>
          </a:p>
          <a:p>
            <a:pPr>
              <a:spcBef>
                <a:spcPts val="0"/>
              </a:spcBef>
            </a:pPr>
            <a:r>
              <a:rPr lang="en-US">
                <a:solidFill>
                  <a:srgbClr val="ADADAD"/>
                </a:solidFill>
                <a:latin typeface="Calibri"/>
                <a:ea typeface="Calibri"/>
                <a:cs typeface="Calibri"/>
              </a:rPr>
              <a:t>Over-the-Rhine</a:t>
            </a:r>
            <a:endParaRPr lang="en-US">
              <a:solidFill>
                <a:srgbClr val="ADADA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b="0" dirty="0">
                <a:latin typeface="Calibri"/>
                <a:ea typeface="Calibri"/>
                <a:cs typeface="Calibri"/>
                <a:hlinkClick r:id="rId3"/>
              </a:rPr>
              <a:t>https://www.joinaiweek.com/cincy</a:t>
            </a:r>
            <a:endParaRPr lang="en-US"/>
          </a:p>
          <a:p>
            <a:pPr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Calibri"/>
              </a:rPr>
              <a:t>Day Passes Available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logo with buildings in the background&#10;&#10;AI-generated content may be incorrect.">
            <a:extLst>
              <a:ext uri="{FF2B5EF4-FFF2-40B4-BE49-F238E27FC236}">
                <a16:creationId xmlns:a16="http://schemas.microsoft.com/office/drawing/2014/main" id="{15D2A8F2-668D-5E7F-07FB-A4BBB56E2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4001165"/>
            <a:ext cx="33147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5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A4FDE82-DCC2-2909-24F8-B5E90B1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8fb75797a_0_116">
            <a:extLst>
              <a:ext uri="{FF2B5EF4-FFF2-40B4-BE49-F238E27FC236}">
                <a16:creationId xmlns:a16="http://schemas.microsoft.com/office/drawing/2014/main" id="{1D65A4B9-86DC-4D74-0DE7-8855DB3E4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Cincy Deliver 2026</a:t>
            </a:r>
            <a:endParaRPr lang="en-US"/>
          </a:p>
        </p:txBody>
      </p:sp>
      <p:sp>
        <p:nvSpPr>
          <p:cNvPr id="122" name="Google Shape;122;g348fb75797a_0_116">
            <a:extLst>
              <a:ext uri="{FF2B5EF4-FFF2-40B4-BE49-F238E27FC236}">
                <a16:creationId xmlns:a16="http://schemas.microsoft.com/office/drawing/2014/main" id="{32E50325-8719-2FF4-1404-1333C36B7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Friday, July 24, 2026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rgbClr val="ADADAD"/>
                </a:solidFill>
                <a:latin typeface="Calibri"/>
                <a:ea typeface="Calibri"/>
                <a:cs typeface="Calibri"/>
              </a:rPr>
              <a:t>Manor House in Mason, Ohio.</a:t>
            </a:r>
            <a:endParaRPr lang="en-US">
              <a:solidFill>
                <a:srgbClr val="ADADA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Calibri"/>
              </a:rPr>
              <a:t>Early Bird - $70 through June 1st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  <a:hlinkClick r:id="rId3"/>
              </a:rPr>
              <a:t>https://www.cincydeliver.org/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36 Sessions inclu</a:t>
            </a:r>
            <a:r>
              <a:rPr lang="en-US">
                <a:latin typeface="Calibri"/>
                <a:ea typeface="Calibri"/>
                <a:cs typeface="Calibri"/>
              </a:rPr>
              <a:t>ding 1 from Ken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ilhouette of a person with her arms out&#10;&#10;AI-generated content may be incorrect.">
            <a:extLst>
              <a:ext uri="{FF2B5EF4-FFF2-40B4-BE49-F238E27FC236}">
                <a16:creationId xmlns:a16="http://schemas.microsoft.com/office/drawing/2014/main" id="{EC7C3837-C6A1-96E2-A01F-86CDB9C0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525" y="3948950"/>
            <a:ext cx="22669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4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8F1EDBA-03E3-2A45-61A7-B9024D94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8fb75797a_0_116">
            <a:extLst>
              <a:ext uri="{FF2B5EF4-FFF2-40B4-BE49-F238E27FC236}">
                <a16:creationId xmlns:a16="http://schemas.microsoft.com/office/drawing/2014/main" id="{2DF04C70-1BB5-D4C3-EC09-C18536275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Momentum Developer Conference</a:t>
            </a:r>
          </a:p>
          <a:p>
            <a:endParaRPr lang="en-US" dirty="0"/>
          </a:p>
        </p:txBody>
      </p:sp>
      <p:sp>
        <p:nvSpPr>
          <p:cNvPr id="122" name="Google Shape;122;g348fb75797a_0_116">
            <a:extLst>
              <a:ext uri="{FF2B5EF4-FFF2-40B4-BE49-F238E27FC236}">
                <a16:creationId xmlns:a16="http://schemas.microsoft.com/office/drawing/2014/main" id="{4C19AA2E-EA7C-F3BD-59C0-F247CB984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Thursday, October 15, 2026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rgbClr val="ADADAD"/>
                </a:solidFill>
                <a:latin typeface="Calibri"/>
                <a:ea typeface="Calibri"/>
                <a:cs typeface="Calibri"/>
              </a:rPr>
              <a:t>Hard Rock Casino Cincinnati</a:t>
            </a:r>
            <a:endParaRPr lang="en-US">
              <a:solidFill>
                <a:srgbClr val="ADADA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Join the mailing list to be noti</a:t>
            </a:r>
            <a:r>
              <a:rPr lang="en-US">
                <a:latin typeface="Calibri"/>
                <a:ea typeface="Calibri"/>
                <a:cs typeface="Calibri"/>
              </a:rPr>
              <a:t>fied when tickets are available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  <a:hlinkClick r:id="rId3"/>
              </a:rPr>
              <a:t>https://momentumdevcon.com/</a:t>
            </a:r>
            <a:endParaRPr lang="en-US" dirty="0">
              <a:hlinkClick r:id="rId3"/>
            </a:endParaRPr>
          </a:p>
          <a:p>
            <a:pPr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Calibri"/>
              </a:rPr>
              <a:t>Call for Speakers open until June 1st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white and blue logo&#10;&#10;AI-generated content may be incorrect.">
            <a:extLst>
              <a:ext uri="{FF2B5EF4-FFF2-40B4-BE49-F238E27FC236}">
                <a16:creationId xmlns:a16="http://schemas.microsoft.com/office/drawing/2014/main" id="{D31149BD-8515-D181-EB8C-D44A8B1FB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3999504"/>
            <a:ext cx="20574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8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/>
        </p:nvSpPr>
        <p:spPr>
          <a:xfrm>
            <a:off x="838200" y="80872"/>
            <a:ext cx="805007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Discord Server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1781092" y="5603772"/>
            <a:ext cx="7779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https://discord.gg/Bn7wVwH4m4</a:t>
            </a:r>
            <a:endParaRPr sz="36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4377" y="1318074"/>
            <a:ext cx="4221875" cy="42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/>
        </p:nvSpPr>
        <p:spPr>
          <a:xfrm>
            <a:off x="838200" y="80872"/>
            <a:ext cx="805007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Handy QR Codes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4305" y="993756"/>
            <a:ext cx="4422419" cy="5732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7076-7015-2836-E843-F9BDCF54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Tennis Refactoring Kata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01A8B-E71A-3FAE-923B-1194AACF4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</a:rPr>
              <a:t>Practice </a:t>
            </a:r>
            <a:r>
              <a:rPr lang="en-US" b="0">
                <a:latin typeface="Calibri"/>
                <a:ea typeface="Calibri"/>
                <a:cs typeface="Calibri"/>
              </a:rPr>
              <a:t>finding</a:t>
            </a:r>
            <a:r>
              <a:rPr lang="en-US" b="0" dirty="0">
                <a:latin typeface="Calibri"/>
                <a:ea typeface="Calibri"/>
                <a:cs typeface="Calibri"/>
              </a:rPr>
              <a:t> code smells and discussing refactoring decisions collaboratively. </a:t>
            </a:r>
            <a:endParaRPr lang="en-US" dirty="0"/>
          </a:p>
          <a:p>
            <a:r>
              <a:rPr lang="en-US" b="0" dirty="0">
                <a:latin typeface="Calibri"/>
                <a:ea typeface="Calibri"/>
                <a:cs typeface="Calibri"/>
              </a:rPr>
              <a:t>Use automated tests to safely refactor while </a:t>
            </a:r>
            <a:r>
              <a:rPr lang="en-US" b="0">
                <a:latin typeface="Calibri"/>
                <a:ea typeface="Calibri"/>
                <a:cs typeface="Calibri"/>
              </a:rPr>
              <a:t>supporting</a:t>
            </a:r>
            <a:r>
              <a:rPr lang="en-US" b="0" dirty="0">
                <a:latin typeface="Calibri"/>
                <a:ea typeface="Calibri"/>
                <a:cs typeface="Calibri"/>
              </a:rPr>
              <a:t> working behavior. </a:t>
            </a:r>
            <a:endParaRPr lang="en-US" dirty="0"/>
          </a:p>
          <a:p>
            <a:r>
              <a:rPr lang="en-US" b="0">
                <a:latin typeface="Calibri"/>
                <a:ea typeface="Calibri"/>
                <a:cs typeface="Calibri"/>
              </a:rPr>
              <a:t>Focus on communication, code reviews, and shared problem-solving skills. </a:t>
            </a:r>
            <a:endParaRPr lang="en-US"/>
          </a:p>
          <a:p>
            <a:r>
              <a:rPr lang="en-US" b="0">
                <a:latin typeface="Calibri"/>
                <a:ea typeface="Calibri"/>
                <a:cs typeface="Calibri"/>
              </a:rPr>
              <a:t>Explore how human judgment and clean design remain important in AI-assisted development.</a:t>
            </a:r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74307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D4DF-7088-413A-804A-E0B14815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E7B7-90EB-565F-04D7-6194D489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Tennis Refactoring Kata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261B2-35DF-232C-C5F4-CDFB3B56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0" dirty="0">
                <a:latin typeface="Calibri"/>
                <a:ea typeface="Calibri"/>
                <a:cs typeface="Calibri"/>
                <a:hlinkClick r:id="rId2"/>
              </a:rPr>
              <a:t>https://youtu.be/XifUs1FhWRc?si=QAmD09z2Q3Tq2C2p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57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97A0C-BEDB-C36B-7DA7-02C93EBB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67D0-5ABD-D8F3-483F-6CFFA323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 is this important in the age of AI?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4B66C-F0E1-8DAA-7D22-6F18647A2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latin typeface="Calibri"/>
                <a:ea typeface="Calibri"/>
                <a:cs typeface="Calibri"/>
              </a:rPr>
              <a:t>AI-generated code can still hold hidden code smells and poor design choices.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0"/>
              <a:t>Passing tests does not guarantee maintainable or readable code.</a:t>
            </a:r>
            <a:endParaRPr lang="en-US"/>
          </a:p>
          <a:p>
            <a:r>
              <a:rPr lang="en-US" b="0"/>
              <a:t>Developers need strong refactoring and review skills to evaluate AI output.</a:t>
            </a:r>
            <a:endParaRPr lang="en-US"/>
          </a:p>
          <a:p>
            <a:r>
              <a:rPr lang="en-US" b="0"/>
              <a:t>Recognizing code smells helps reduce technical debt before it spreads.</a:t>
            </a:r>
            <a:endParaRPr lang="en-US"/>
          </a:p>
          <a:p>
            <a:r>
              <a:rPr lang="en-US" b="0">
                <a:latin typeface="Calibri"/>
                <a:ea typeface="Calibri"/>
                <a:cs typeface="Calibri"/>
              </a:rPr>
              <a:t>Human judgment is still critical for clean architecture and long-term maintainability.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96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FFB529A-D6B0-2610-D9D3-81D8BEE34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abda01f67_0_34">
            <a:extLst>
              <a:ext uri="{FF2B5EF4-FFF2-40B4-BE49-F238E27FC236}">
                <a16:creationId xmlns:a16="http://schemas.microsoft.com/office/drawing/2014/main" id="{0DE0907A-C247-CBC2-274C-EE665A7B7A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28650"/>
            <a:ext cx="98670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Repo</a:t>
            </a:r>
            <a:endParaRPr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Google Shape;157;g35abda01f67_0_34">
            <a:extLst>
              <a:ext uri="{FF2B5EF4-FFF2-40B4-BE49-F238E27FC236}">
                <a16:creationId xmlns:a16="http://schemas.microsoft.com/office/drawing/2014/main" id="{7102150F-7B43-9AE5-1172-746196EF4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228100"/>
            <a:ext cx="10740000" cy="51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" lvl="0" indent="0">
              <a:spcBef>
                <a:spcPts val="0"/>
              </a:spcBef>
              <a:buSzPts val="4600"/>
              <a:buNone/>
            </a:pPr>
            <a:endParaRPr lang="en-US" sz="4400" b="0" dirty="0">
              <a:solidFill>
                <a:schemeClr val="dk1"/>
              </a:solidFill>
            </a:endParaRPr>
          </a:p>
          <a:p>
            <a:pPr marL="63500" lvl="0" indent="0">
              <a:spcBef>
                <a:spcPts val="0"/>
              </a:spcBef>
              <a:buSzPts val="4600"/>
              <a:buNone/>
            </a:pPr>
            <a:endParaRPr lang="en-US" sz="4400" b="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00" lvl="0" indent="0">
              <a:spcBef>
                <a:spcPts val="0"/>
              </a:spcBef>
              <a:buNone/>
            </a:pPr>
            <a:r>
              <a:rPr lang="en-US" sz="4000" b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https://github.com/Ingage-Meetup/20260520-tennis-refactoring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531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838200" y="1073150"/>
            <a:ext cx="1051560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Raffle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JetBrains license, good for any of their IDEs (IntelliJ, WebStorm, etc.) for one year. It is a “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perpetual fallback license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meaning you can continue to use the version of the IDE that was activated, even after the year has passed and the license is expired.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Winners, talk to Jim Kriz, who will send you a PDF with details to redeem your license.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title"/>
          </p:nvPr>
        </p:nvSpPr>
        <p:spPr>
          <a:xfrm>
            <a:off x="687371" y="168177"/>
            <a:ext cx="5408629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developers we are: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Google Shape;190;p15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…deliberately trying to get better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…not focused on any particular stack, vendor, or language 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…better as a group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…here to write code, think about code, discuss the craft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…dreaming of eating pizza together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A80C1D0ABF8146AAD78A994AD30A89" ma:contentTypeVersion="18" ma:contentTypeDescription="Create a new document." ma:contentTypeScope="" ma:versionID="f5e30cacc1bdfa1c8ac494460e3a3843">
  <xsd:schema xmlns:xsd="http://www.w3.org/2001/XMLSchema" xmlns:xs="http://www.w3.org/2001/XMLSchema" xmlns:p="http://schemas.microsoft.com/office/2006/metadata/properties" xmlns:ns2="4e7f93b2-f0aa-48ca-85ae-efd28a7126e2" xmlns:ns3="b2c91fb7-bb4a-4589-a25e-ec01b3ddf31d" targetNamespace="http://schemas.microsoft.com/office/2006/metadata/properties" ma:root="true" ma:fieldsID="6297e4f56f9ba3eeacdc7e2016ac0f2a" ns2:_="" ns3:_="">
    <xsd:import namespace="4e7f93b2-f0aa-48ca-85ae-efd28a7126e2"/>
    <xsd:import namespace="b2c91fb7-bb4a-4589-a25e-ec01b3ddf31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f93b2-f0aa-48ca-85ae-efd28a7126e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0" nillable="true" ma:displayName="Taxonomy Catch All Column" ma:hidden="true" ma:list="{3f1f365e-6023-4ef2-b5cf-b397c474fa3c}" ma:internalName="TaxCatchAll" ma:showField="CatchAllData" ma:web="4e7f93b2-f0aa-48ca-85ae-efd28a7126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91fb7-bb4a-4589-a25e-ec01b3ddf3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97e9a18-ee26-4d55-9839-bb0b414cb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e7f93b2-f0aa-48ca-85ae-efd28a7126e2">XDSYMQJCQ3QS-983622234-155924</_dlc_DocId>
    <_dlc_DocIdUrl xmlns="4e7f93b2-f0aa-48ca-85ae-efd28a7126e2">
      <Url>https://revisioncollective.sharepoint.com/sites/IngageDocumentLibrary/_layouts/15/DocIdRedir.aspx?ID=XDSYMQJCQ3QS-983622234-155924</Url>
      <Description>XDSYMQJCQ3QS-983622234-155924</Description>
    </_dlc_DocIdUrl>
    <TaxCatchAll xmlns="4e7f93b2-f0aa-48ca-85ae-efd28a7126e2" xsi:nil="true"/>
    <lcf76f155ced4ddcb4097134ff3c332f xmlns="b2c91fb7-bb4a-4589-a25e-ec01b3ddf31d">
      <Terms xmlns="http://schemas.microsoft.com/office/infopath/2007/PartnerControls"/>
    </lcf76f155ced4ddcb4097134ff3c332f>
    <_dlc_DocIdPersistId xmlns="4e7f93b2-f0aa-48ca-85ae-efd28a7126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EE0B7C8-970F-4B6A-829E-51E01F08AA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7f93b2-f0aa-48ca-85ae-efd28a7126e2"/>
    <ds:schemaRef ds:uri="b2c91fb7-bb4a-4589-a25e-ec01b3ddf3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AB440E-315A-4941-8606-D51F5637CB5A}">
  <ds:schemaRefs>
    <ds:schemaRef ds:uri="217d66d6-2abc-48c8-a9ed-71806d84b407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510cc892-9c14-4c5e-9212-5f49ec120e4c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4e7f93b2-f0aa-48ca-85ae-efd28a7126e2"/>
    <ds:schemaRef ds:uri="b2c91fb7-bb4a-4589-a25e-ec01b3ddf31d"/>
  </ds:schemaRefs>
</ds:datastoreItem>
</file>

<file path=customXml/itemProps3.xml><?xml version="1.0" encoding="utf-8"?>
<ds:datastoreItem xmlns:ds="http://schemas.openxmlformats.org/officeDocument/2006/customXml" ds:itemID="{E704762C-3518-4AD2-A6C4-D2F1211E6B1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B58ADC5-B412-4B92-B3DD-16A888E8D61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658</Words>
  <Application>Microsoft Office PowerPoint</Application>
  <PresentationFormat>Widescreen</PresentationFormat>
  <Paragraphs>87</Paragraphs>
  <Slides>21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Simple Dark</vt:lpstr>
      <vt:lpstr>   Code, Craft, Community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Cincy AI Week</vt:lpstr>
      <vt:lpstr>Cincy Deliver 2026</vt:lpstr>
      <vt:lpstr>Momentum Developer Conference </vt:lpstr>
      <vt:lpstr>PowerPoint Presentation</vt:lpstr>
      <vt:lpstr>PowerPoint Presentation</vt:lpstr>
      <vt:lpstr>Tennis Refactoring Kata</vt:lpstr>
      <vt:lpstr>Tennis Refactoring Kata</vt:lpstr>
      <vt:lpstr>Why is this important in the age of AI?</vt:lpstr>
      <vt:lpstr>The Repo</vt:lpstr>
      <vt:lpstr>Raffle</vt:lpstr>
      <vt:lpstr>As developers we are: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Charlie Retzler</cp:lastModifiedBy>
  <cp:revision>451</cp:revision>
  <dcterms:modified xsi:type="dcterms:W3CDTF">2026-05-09T19:40:56Z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0x01010099A80C1D0ABF8146AAD78A994AD30A89</vt:lpwstr>
  </property>
  <property fmtid="{D5CDD505-2E9C-101B-9397-08002B2CF9AE}" pid="3" name="_dlc_DocIdItemGuid">
    <vt:lpwstr>2492c676-cbac-432e-a1a7-d75cbdabe2be</vt:lpwstr>
  </property>
  <property fmtid="{D5CDD505-2E9C-101B-9397-08002B2CF9AE}" pid="4" name="MediaServiceImageTags">
    <vt:lpwstr/>
  </property>
  <property fmtid="{D5CDD505-2E9C-101B-9397-08002B2CF9AE}" pid="5" name="DocumentSetDescription">
    <vt:lpwstr/>
  </property>
  <property fmtid="{D5CDD505-2E9C-101B-9397-08002B2CF9AE}" pid="6" name="_ExtendedDescription">
    <vt:lpwstr/>
  </property>
  <property fmtid="{D5CDD505-2E9C-101B-9397-08002B2CF9AE}" pid="7" name="URL">
    <vt:lpwstr/>
  </property>
</Properties>
</file>