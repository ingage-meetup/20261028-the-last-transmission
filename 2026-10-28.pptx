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5"/>
  </p:sldMasterIdLst>
  <p:notesMasterIdLst>
    <p:notesMasterId r:id="rId36"/>
  </p:notesMasterIdLst>
  <p:sldIdLst>
    <p:sldId id="256" r:id="rId6"/>
    <p:sldId id="257" r:id="rId7"/>
    <p:sldId id="258" r:id="rId8"/>
    <p:sldId id="259" r:id="rId9"/>
    <p:sldId id="260" r:id="rId10"/>
    <p:sldId id="261" r:id="rId11"/>
    <p:sldId id="262" r:id="rId12"/>
    <p:sldId id="264" r:id="rId13"/>
    <p:sldId id="263" r:id="rId14"/>
    <p:sldId id="265" r:id="rId15"/>
    <p:sldId id="267" r:id="rId16"/>
    <p:sldId id="268" r:id="rId17"/>
    <p:sldId id="300" r:id="rId18"/>
    <p:sldId id="301" r:id="rId19"/>
    <p:sldId id="302" r:id="rId20"/>
    <p:sldId id="303" r:id="rId21"/>
    <p:sldId id="304" r:id="rId22"/>
    <p:sldId id="305" r:id="rId23"/>
    <p:sldId id="306" r:id="rId24"/>
    <p:sldId id="307" r:id="rId25"/>
    <p:sldId id="308" r:id="rId26"/>
    <p:sldId id="309" r:id="rId27"/>
    <p:sldId id="266" r:id="rId28"/>
    <p:sldId id="310" r:id="rId29"/>
    <p:sldId id="311" r:id="rId30"/>
    <p:sldId id="269" r:id="rId31"/>
    <p:sldId id="270" r:id="rId32"/>
    <p:sldId id="279" r:id="rId33"/>
    <p:sldId id="276" r:id="rId34"/>
    <p:sldId id="277" r:id="rId35"/>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4070">
          <p15:clr>
            <a:srgbClr val="A4A3A4"/>
          </p15:clr>
        </p15:guide>
        <p15:guide id="2" orient="horz" pos="252">
          <p15:clr>
            <a:srgbClr val="A4A3A4"/>
          </p15:clr>
        </p15:guide>
        <p15:guide id="3" pos="7136">
          <p15:clr>
            <a:srgbClr val="A4A3A4"/>
          </p15:clr>
        </p15:guide>
        <p15:guide id="4" pos="659">
          <p15:clr>
            <a:srgbClr val="A4A3A4"/>
          </p15:clr>
        </p15:guide>
      </p15:sld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37" roundtripDataSignature="AMtx7mi83ac9VtiNlzFvWgVD24B9xAEX4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863BABB-DB54-6808-7F42-CDC256558557}" v="231" dt="2026-05-09T19:40:56.56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90" d="100"/>
          <a:sy n="90" d="100"/>
        </p:scale>
        <p:origin x="120" y="62"/>
      </p:cViewPr>
      <p:guideLst>
        <p:guide orient="horz" pos="4070"/>
        <p:guide orient="horz" pos="252"/>
        <p:guide pos="7136"/>
        <p:guide pos="659"/>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slide" Target="slides/slide21.xml"/><Relationship Id="rId39" Type="http://schemas.openxmlformats.org/officeDocument/2006/relationships/viewProps" Target="viewProps.xml"/><Relationship Id="rId21" Type="http://schemas.openxmlformats.org/officeDocument/2006/relationships/slide" Target="slides/slide16.xml"/><Relationship Id="rId34" Type="http://schemas.openxmlformats.org/officeDocument/2006/relationships/slide" Target="slides/slide29.xml"/><Relationship Id="rId42" Type="http://schemas.microsoft.com/office/2016/11/relationships/changesInfo" Target="changesInfos/changesInfo1.xml"/><Relationship Id="rId7" Type="http://schemas.openxmlformats.org/officeDocument/2006/relationships/slide" Target="slides/slide2.xml"/><Relationship Id="rId2" Type="http://schemas.openxmlformats.org/officeDocument/2006/relationships/customXml" Target="../customXml/item2.xml"/><Relationship Id="rId16" Type="http://schemas.openxmlformats.org/officeDocument/2006/relationships/slide" Target="slides/slide11.xml"/><Relationship Id="rId20" Type="http://schemas.openxmlformats.org/officeDocument/2006/relationships/slide" Target="slides/slide15.xml"/><Relationship Id="rId29" Type="http://schemas.openxmlformats.org/officeDocument/2006/relationships/slide" Target="slides/slide24.xml"/><Relationship Id="rId41"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slide" Target="slides/slide27.xml"/><Relationship Id="rId37" Type="http://customschemas.google.com/relationships/presentationmetadata" Target="metadata"/><Relationship Id="rId40" Type="http://schemas.openxmlformats.org/officeDocument/2006/relationships/theme" Target="theme/theme1.xml"/><Relationship Id="rId5" Type="http://schemas.openxmlformats.org/officeDocument/2006/relationships/slideMaster" Target="slideMasters/slideMaster1.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notesMaster" Target="notesMasters/notesMaster1.xml"/><Relationship Id="rId10" Type="http://schemas.openxmlformats.org/officeDocument/2006/relationships/slide" Target="slides/slide5.xml"/><Relationship Id="rId19" Type="http://schemas.openxmlformats.org/officeDocument/2006/relationships/slide" Target="slides/slide14.xml"/><Relationship Id="rId31" Type="http://schemas.openxmlformats.org/officeDocument/2006/relationships/slide" Target="slides/slide26.xml"/><Relationship Id="rId4" Type="http://schemas.openxmlformats.org/officeDocument/2006/relationships/customXml" Target="../customXml/item4.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slide" Target="slides/slide30.xml"/><Relationship Id="rId43" Type="http://schemas.microsoft.com/office/2015/10/relationships/revisionInfo" Target="revisionInfo.xml"/><Relationship Id="rId8" Type="http://schemas.openxmlformats.org/officeDocument/2006/relationships/slide" Target="slides/slide3.xml"/><Relationship Id="rId3" Type="http://schemas.openxmlformats.org/officeDocument/2006/relationships/customXml" Target="../customXml/item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im Kriz" userId="S::jim.kriz@ingagepartners.com::4cfac040-ad28-486b-994c-f031b68f9076" providerId="AD" clId="Web-{6658A565-3422-3633-EAA1-ECE9A20179FA}"/>
    <pc:docChg chg="modSld">
      <pc:chgData name="Jim Kriz" userId="S::jim.kriz@ingagepartners.com::4cfac040-ad28-486b-994c-f031b68f9076" providerId="AD" clId="Web-{6658A565-3422-3633-EAA1-ECE9A20179FA}" dt="2026-04-15T21:06:57.926" v="17" actId="20577"/>
      <pc:docMkLst>
        <pc:docMk/>
      </pc:docMkLst>
      <pc:sldChg chg="modSp">
        <pc:chgData name="Jim Kriz" userId="S::jim.kriz@ingagepartners.com::4cfac040-ad28-486b-994c-f031b68f9076" providerId="AD" clId="Web-{6658A565-3422-3633-EAA1-ECE9A20179FA}" dt="2026-04-15T21:05:02.173" v="15" actId="20577"/>
        <pc:sldMkLst>
          <pc:docMk/>
          <pc:sldMk cId="1874307919" sldId="291"/>
        </pc:sldMkLst>
        <pc:spChg chg="mod">
          <ac:chgData name="Jim Kriz" userId="S::jim.kriz@ingagepartners.com::4cfac040-ad28-486b-994c-f031b68f9076" providerId="AD" clId="Web-{6658A565-3422-3633-EAA1-ECE9A20179FA}" dt="2026-04-15T21:05:02.173" v="15" actId="20577"/>
          <ac:spMkLst>
            <pc:docMk/>
            <pc:sldMk cId="1874307919" sldId="291"/>
            <ac:spMk id="3" creationId="{F5601A8B-E71A-3FAE-923B-1194AACF48FE}"/>
          </ac:spMkLst>
        </pc:spChg>
      </pc:sldChg>
    </pc:docChg>
  </pc:docChgLst>
  <pc:docChgLst>
    <pc:chgData name="Jim Kriz" userId="S::jim.kriz@ingagepartners.com::4cfac040-ad28-486b-994c-f031b68f9076" providerId="AD" clId="Web-{228C4C32-FD94-DEDD-7596-0DD073AFA7ED}"/>
    <pc:docChg chg="addSld delSld modSld">
      <pc:chgData name="Jim Kriz" userId="S::jim.kriz@ingagepartners.com::4cfac040-ad28-486b-994c-f031b68f9076" providerId="AD" clId="Web-{228C4C32-FD94-DEDD-7596-0DD073AFA7ED}" dt="2026-04-14T22:03:52.702" v="484" actId="20577"/>
      <pc:docMkLst>
        <pc:docMk/>
      </pc:docMkLst>
      <pc:sldChg chg="modSp">
        <pc:chgData name="Jim Kriz" userId="S::jim.kriz@ingagepartners.com::4cfac040-ad28-486b-994c-f031b68f9076" providerId="AD" clId="Web-{228C4C32-FD94-DEDD-7596-0DD073AFA7ED}" dt="2026-04-14T21:30:22.599" v="1" actId="20577"/>
        <pc:sldMkLst>
          <pc:docMk/>
          <pc:sldMk cId="0" sldId="256"/>
        </pc:sldMkLst>
        <pc:spChg chg="mod">
          <ac:chgData name="Jim Kriz" userId="S::jim.kriz@ingagepartners.com::4cfac040-ad28-486b-994c-f031b68f9076" providerId="AD" clId="Web-{228C4C32-FD94-DEDD-7596-0DD073AFA7ED}" dt="2026-04-14T21:30:22.599" v="1" actId="20577"/>
          <ac:spMkLst>
            <pc:docMk/>
            <pc:sldMk cId="0" sldId="256"/>
            <ac:spMk id="65" creationId="{00000000-0000-0000-0000-000000000000}"/>
          </ac:spMkLst>
        </pc:spChg>
      </pc:sldChg>
      <pc:sldChg chg="modSp">
        <pc:chgData name="Jim Kriz" userId="S::jim.kriz@ingagepartners.com::4cfac040-ad28-486b-994c-f031b68f9076" providerId="AD" clId="Web-{228C4C32-FD94-DEDD-7596-0DD073AFA7ED}" dt="2026-04-14T21:32:11.856" v="5" actId="20577"/>
        <pc:sldMkLst>
          <pc:docMk/>
          <pc:sldMk cId="3417531946" sldId="279"/>
        </pc:sldMkLst>
        <pc:spChg chg="mod">
          <ac:chgData name="Jim Kriz" userId="S::jim.kriz@ingagepartners.com::4cfac040-ad28-486b-994c-f031b68f9076" providerId="AD" clId="Web-{228C4C32-FD94-DEDD-7596-0DD073AFA7ED}" dt="2026-04-14T21:32:11.856" v="5" actId="20577"/>
          <ac:spMkLst>
            <pc:docMk/>
            <pc:sldMk cId="3417531946" sldId="279"/>
            <ac:spMk id="157" creationId="{7102150F-7B43-9AE5-1172-746196EF42AF}"/>
          </ac:spMkLst>
        </pc:spChg>
      </pc:sldChg>
      <pc:sldChg chg="addSp delSp modSp new">
        <pc:chgData name="Jim Kriz" userId="S::jim.kriz@ingagepartners.com::4cfac040-ad28-486b-994c-f031b68f9076" providerId="AD" clId="Web-{228C4C32-FD94-DEDD-7596-0DD073AFA7ED}" dt="2026-04-14T21:45:38.578" v="83" actId="20577"/>
        <pc:sldMkLst>
          <pc:docMk/>
          <pc:sldMk cId="1874307919" sldId="291"/>
        </pc:sldMkLst>
        <pc:spChg chg="mod">
          <ac:chgData name="Jim Kriz" userId="S::jim.kriz@ingagepartners.com::4cfac040-ad28-486b-994c-f031b68f9076" providerId="AD" clId="Web-{228C4C32-FD94-DEDD-7596-0DD073AFA7ED}" dt="2026-04-14T21:45:38.578" v="83" actId="20577"/>
          <ac:spMkLst>
            <pc:docMk/>
            <pc:sldMk cId="1874307919" sldId="291"/>
            <ac:spMk id="2" creationId="{F4037076-7015-2836-E843-F9BDCF5415CF}"/>
          </ac:spMkLst>
        </pc:spChg>
        <pc:spChg chg="mod">
          <ac:chgData name="Jim Kriz" userId="S::jim.kriz@ingagepartners.com::4cfac040-ad28-486b-994c-f031b68f9076" providerId="AD" clId="Web-{228C4C32-FD94-DEDD-7596-0DD073AFA7ED}" dt="2026-04-14T21:35:45.409" v="29" actId="20577"/>
          <ac:spMkLst>
            <pc:docMk/>
            <pc:sldMk cId="1874307919" sldId="291"/>
            <ac:spMk id="3" creationId="{F5601A8B-E71A-3FAE-923B-1194AACF48FE}"/>
          </ac:spMkLst>
        </pc:spChg>
      </pc:sldChg>
    </pc:docChg>
  </pc:docChgLst>
  <pc:docChgLst>
    <pc:chgData name="Brandon Schenz" userId="S::brandon.schenz@ingagepartners.com::1aae012b-003d-46ff-9f95-62a73032072c" providerId="AD" clId="Web-{0863BABB-DB54-6808-7F42-CDC256558557}"/>
    <pc:docChg chg="addSld delSld modSld sldOrd">
      <pc:chgData name="Brandon Schenz" userId="S::brandon.schenz@ingagepartners.com::1aae012b-003d-46ff-9f95-62a73032072c" providerId="AD" clId="Web-{0863BABB-DB54-6808-7F42-CDC256558557}" dt="2026-05-09T19:40:56.565" v="230"/>
      <pc:docMkLst>
        <pc:docMk/>
      </pc:docMkLst>
      <pc:sldChg chg="modSp">
        <pc:chgData name="Brandon Schenz" userId="S::brandon.schenz@ingagepartners.com::1aae012b-003d-46ff-9f95-62a73032072c" providerId="AD" clId="Web-{0863BABB-DB54-6808-7F42-CDC256558557}" dt="2026-05-09T18:50:51.983" v="1" actId="20577"/>
        <pc:sldMkLst>
          <pc:docMk/>
          <pc:sldMk cId="0" sldId="256"/>
        </pc:sldMkLst>
        <pc:spChg chg="mod">
          <ac:chgData name="Brandon Schenz" userId="S::brandon.schenz@ingagepartners.com::1aae012b-003d-46ff-9f95-62a73032072c" providerId="AD" clId="Web-{0863BABB-DB54-6808-7F42-CDC256558557}" dt="2026-05-09T18:50:51.983" v="1" actId="20577"/>
          <ac:spMkLst>
            <pc:docMk/>
            <pc:sldMk cId="0" sldId="256"/>
            <ac:spMk id="65" creationId="{00000000-0000-0000-0000-000000000000}"/>
          </ac:spMkLst>
        </pc:spChg>
      </pc:sldChg>
      <pc:sldChg chg="modSp">
        <pc:chgData name="Brandon Schenz" userId="S::brandon.schenz@ingagepartners.com::1aae012b-003d-46ff-9f95-62a73032072c" providerId="AD" clId="Web-{0863BABB-DB54-6808-7F42-CDC256558557}" dt="2026-05-09T19:09:41.184" v="192" actId="20577"/>
        <pc:sldMkLst>
          <pc:docMk/>
          <pc:sldMk cId="3417531946" sldId="279"/>
        </pc:sldMkLst>
        <pc:spChg chg="mod">
          <ac:chgData name="Brandon Schenz" userId="S::brandon.schenz@ingagepartners.com::1aae012b-003d-46ff-9f95-62a73032072c" providerId="AD" clId="Web-{0863BABB-DB54-6808-7F42-CDC256558557}" dt="2026-05-09T19:09:41.184" v="192" actId="20577"/>
          <ac:spMkLst>
            <pc:docMk/>
            <pc:sldMk cId="3417531946" sldId="279"/>
            <ac:spMk id="157" creationId="{7102150F-7B43-9AE5-1172-746196EF42AF}"/>
          </ac:spMkLst>
        </pc:spChg>
      </pc:sldChg>
      <pc:sldChg chg="modSp">
        <pc:chgData name="Brandon Schenz" userId="S::brandon.schenz@ingagepartners.com::1aae012b-003d-46ff-9f95-62a73032072c" providerId="AD" clId="Web-{0863BABB-DB54-6808-7F42-CDC256558557}" dt="2026-05-09T18:53:27.612" v="25" actId="20577"/>
        <pc:sldMkLst>
          <pc:docMk/>
          <pc:sldMk cId="521944996" sldId="286"/>
        </pc:sldMkLst>
        <pc:spChg chg="mod">
          <ac:chgData name="Brandon Schenz" userId="S::brandon.schenz@ingagepartners.com::1aae012b-003d-46ff-9f95-62a73032072c" providerId="AD" clId="Web-{0863BABB-DB54-6808-7F42-CDC256558557}" dt="2026-05-09T18:53:27.612" v="25" actId="20577"/>
          <ac:spMkLst>
            <pc:docMk/>
            <pc:sldMk cId="521944996" sldId="286"/>
            <ac:spMk id="122" creationId="{32E50325-8719-2FF4-1404-1333C36B780C}"/>
          </ac:spMkLst>
        </pc:spChg>
      </pc:sldChg>
      <pc:sldChg chg="delSp modSp">
        <pc:chgData name="Brandon Schenz" userId="S::brandon.schenz@ingagepartners.com::1aae012b-003d-46ff-9f95-62a73032072c" providerId="AD" clId="Web-{0863BABB-DB54-6808-7F42-CDC256558557}" dt="2026-05-09T19:33:38.131" v="229" actId="20577"/>
        <pc:sldMkLst>
          <pc:docMk/>
          <pc:sldMk cId="1874307919" sldId="291"/>
        </pc:sldMkLst>
        <pc:spChg chg="mod">
          <ac:chgData name="Brandon Schenz" userId="S::brandon.schenz@ingagepartners.com::1aae012b-003d-46ff-9f95-62a73032072c" providerId="AD" clId="Web-{0863BABB-DB54-6808-7F42-CDC256558557}" dt="2026-05-09T19:08:55.386" v="186" actId="20577"/>
          <ac:spMkLst>
            <pc:docMk/>
            <pc:sldMk cId="1874307919" sldId="291"/>
            <ac:spMk id="2" creationId="{F4037076-7015-2836-E843-F9BDCF5415CF}"/>
          </ac:spMkLst>
        </pc:spChg>
        <pc:spChg chg="mod">
          <ac:chgData name="Brandon Schenz" userId="S::brandon.schenz@ingagepartners.com::1aae012b-003d-46ff-9f95-62a73032072c" providerId="AD" clId="Web-{0863BABB-DB54-6808-7F42-CDC256558557}" dt="2026-05-09T19:33:38.131" v="229" actId="20577"/>
          <ac:spMkLst>
            <pc:docMk/>
            <pc:sldMk cId="1874307919" sldId="291"/>
            <ac:spMk id="3" creationId="{F5601A8B-E71A-3FAE-923B-1194AACF48FE}"/>
          </ac:spMkLst>
        </pc:spChg>
        <pc:picChg chg="del">
          <ac:chgData name="Brandon Schenz" userId="S::brandon.schenz@ingagepartners.com::1aae012b-003d-46ff-9f95-62a73032072c" providerId="AD" clId="Web-{0863BABB-DB54-6808-7F42-CDC256558557}" dt="2026-05-09T19:08:59.292" v="187"/>
          <ac:picMkLst>
            <pc:docMk/>
            <pc:sldMk cId="1874307919" sldId="291"/>
            <ac:picMk id="7" creationId="{88977D2A-C538-894C-4B32-ED13A870F2BA}"/>
          </ac:picMkLst>
        </pc:picChg>
      </pc:sldChg>
      <pc:sldChg chg="del">
        <pc:chgData name="Brandon Schenz" userId="S::brandon.schenz@ingagepartners.com::1aae012b-003d-46ff-9f95-62a73032072c" providerId="AD" clId="Web-{0863BABB-DB54-6808-7F42-CDC256558557}" dt="2026-05-09T19:07:58.463" v="163"/>
        <pc:sldMkLst>
          <pc:docMk/>
          <pc:sldMk cId="3176204424" sldId="292"/>
        </pc:sldMkLst>
      </pc:sldChg>
      <pc:sldChg chg="del">
        <pc:chgData name="Brandon Schenz" userId="S::brandon.schenz@ingagepartners.com::1aae012b-003d-46ff-9f95-62a73032072c" providerId="AD" clId="Web-{0863BABB-DB54-6808-7F42-CDC256558557}" dt="2026-05-09T19:08:00.978" v="164"/>
        <pc:sldMkLst>
          <pc:docMk/>
          <pc:sldMk cId="1306661660" sldId="293"/>
        </pc:sldMkLst>
      </pc:sldChg>
      <pc:sldChg chg="del">
        <pc:chgData name="Brandon Schenz" userId="S::brandon.schenz@ingagepartners.com::1aae012b-003d-46ff-9f95-62a73032072c" providerId="AD" clId="Web-{0863BABB-DB54-6808-7F42-CDC256558557}" dt="2026-05-09T19:08:03.666" v="165"/>
        <pc:sldMkLst>
          <pc:docMk/>
          <pc:sldMk cId="3783237546" sldId="294"/>
        </pc:sldMkLst>
      </pc:sldChg>
      <pc:sldChg chg="del">
        <pc:chgData name="Brandon Schenz" userId="S::brandon.schenz@ingagepartners.com::1aae012b-003d-46ff-9f95-62a73032072c" providerId="AD" clId="Web-{0863BABB-DB54-6808-7F42-CDC256558557}" dt="2026-05-09T19:08:04.807" v="166"/>
        <pc:sldMkLst>
          <pc:docMk/>
          <pc:sldMk cId="3771725911" sldId="295"/>
        </pc:sldMkLst>
      </pc:sldChg>
      <pc:sldChg chg="addSp delSp modSp add ord replId">
        <pc:chgData name="Brandon Schenz" userId="S::brandon.schenz@ingagepartners.com::1aae012b-003d-46ff-9f95-62a73032072c" providerId="AD" clId="Web-{0863BABB-DB54-6808-7F42-CDC256558557}" dt="2026-05-09T19:00:12.466" v="85"/>
        <pc:sldMkLst>
          <pc:docMk/>
          <pc:sldMk cId="2350356649" sldId="296"/>
        </pc:sldMkLst>
        <pc:spChg chg="mod">
          <ac:chgData name="Brandon Schenz" userId="S::brandon.schenz@ingagepartners.com::1aae012b-003d-46ff-9f95-62a73032072c" providerId="AD" clId="Web-{0863BABB-DB54-6808-7F42-CDC256558557}" dt="2026-05-09T18:54:47.051" v="29" actId="20577"/>
          <ac:spMkLst>
            <pc:docMk/>
            <pc:sldMk cId="2350356649" sldId="296"/>
            <ac:spMk id="121" creationId="{5A099B38-9008-B617-B75E-211C0FB6EE98}"/>
          </ac:spMkLst>
        </pc:spChg>
        <pc:spChg chg="mod">
          <ac:chgData name="Brandon Schenz" userId="S::brandon.schenz@ingagepartners.com::1aae012b-003d-46ff-9f95-62a73032072c" providerId="AD" clId="Web-{0863BABB-DB54-6808-7F42-CDC256558557}" dt="2026-05-09T19:00:05.465" v="84" actId="20577"/>
          <ac:spMkLst>
            <pc:docMk/>
            <pc:sldMk cId="2350356649" sldId="296"/>
            <ac:spMk id="122" creationId="{AE7F59EA-B610-3539-BFF8-951CCE24E640}"/>
          </ac:spMkLst>
        </pc:spChg>
        <pc:picChg chg="add mod">
          <ac:chgData name="Brandon Schenz" userId="S::brandon.schenz@ingagepartners.com::1aae012b-003d-46ff-9f95-62a73032072c" providerId="AD" clId="Web-{0863BABB-DB54-6808-7F42-CDC256558557}" dt="2026-05-09T18:58:58.651" v="48" actId="1076"/>
          <ac:picMkLst>
            <pc:docMk/>
            <pc:sldMk cId="2350356649" sldId="296"/>
            <ac:picMk id="2" creationId="{15D2A8F2-668D-5E7F-07FB-A4BBB56E25FC}"/>
          </ac:picMkLst>
        </pc:picChg>
        <pc:picChg chg="del">
          <ac:chgData name="Brandon Schenz" userId="S::brandon.schenz@ingagepartners.com::1aae012b-003d-46ff-9f95-62a73032072c" providerId="AD" clId="Web-{0863BABB-DB54-6808-7F42-CDC256558557}" dt="2026-05-09T18:58:47.838" v="46"/>
          <ac:picMkLst>
            <pc:docMk/>
            <pc:sldMk cId="2350356649" sldId="296"/>
            <ac:picMk id="4" creationId="{9CEECD29-6820-C20D-7451-6D16E437CA30}"/>
          </ac:picMkLst>
        </pc:picChg>
      </pc:sldChg>
      <pc:sldChg chg="addSp delSp modSp add replId">
        <pc:chgData name="Brandon Schenz" userId="S::brandon.schenz@ingagepartners.com::1aae012b-003d-46ff-9f95-62a73032072c" providerId="AD" clId="Web-{0863BABB-DB54-6808-7F42-CDC256558557}" dt="2026-05-09T19:06:11.163" v="162"/>
        <pc:sldMkLst>
          <pc:docMk/>
          <pc:sldMk cId="895888416" sldId="297"/>
        </pc:sldMkLst>
        <pc:spChg chg="mod">
          <ac:chgData name="Brandon Schenz" userId="S::brandon.schenz@ingagepartners.com::1aae012b-003d-46ff-9f95-62a73032072c" providerId="AD" clId="Web-{0863BABB-DB54-6808-7F42-CDC256558557}" dt="2026-05-09T19:06:11.163" v="162"/>
          <ac:spMkLst>
            <pc:docMk/>
            <pc:sldMk cId="895888416" sldId="297"/>
            <ac:spMk id="121" creationId="{2DF04C70-1BB5-D4C3-EC09-C1853627512C}"/>
          </ac:spMkLst>
        </pc:spChg>
        <pc:spChg chg="mod">
          <ac:chgData name="Brandon Schenz" userId="S::brandon.schenz@ingagepartners.com::1aae012b-003d-46ff-9f95-62a73032072c" providerId="AD" clId="Web-{0863BABB-DB54-6808-7F42-CDC256558557}" dt="2026-05-09T19:05:19.990" v="158" actId="20577"/>
          <ac:spMkLst>
            <pc:docMk/>
            <pc:sldMk cId="895888416" sldId="297"/>
            <ac:spMk id="122" creationId="{4C19AA2E-EA7C-F3BD-59C0-F247CB9844E1}"/>
          </ac:spMkLst>
        </pc:spChg>
        <pc:picChg chg="add mod">
          <ac:chgData name="Brandon Schenz" userId="S::brandon.schenz@ingagepartners.com::1aae012b-003d-46ff-9f95-62a73032072c" providerId="AD" clId="Web-{0863BABB-DB54-6808-7F42-CDC256558557}" dt="2026-05-09T19:05:56.507" v="161" actId="1076"/>
          <ac:picMkLst>
            <pc:docMk/>
            <pc:sldMk cId="895888416" sldId="297"/>
            <ac:picMk id="2" creationId="{D31149BD-8515-D181-EB8C-D44A8B1FBA04}"/>
          </ac:picMkLst>
        </pc:picChg>
        <pc:picChg chg="del">
          <ac:chgData name="Brandon Schenz" userId="S::brandon.schenz@ingagepartners.com::1aae012b-003d-46ff-9f95-62a73032072c" providerId="AD" clId="Web-{0863BABB-DB54-6808-7F42-CDC256558557}" dt="2026-05-09T19:05:23.162" v="159"/>
          <ac:picMkLst>
            <pc:docMk/>
            <pc:sldMk cId="895888416" sldId="297"/>
            <ac:picMk id="4" creationId="{58E6BBAC-FD28-AC98-1D6E-5B5BDA77A7FA}"/>
          </ac:picMkLst>
        </pc:picChg>
      </pc:sldChg>
      <pc:sldChg chg="modSp add ord replId">
        <pc:chgData name="Brandon Schenz" userId="S::brandon.schenz@ingagepartners.com::1aae012b-003d-46ff-9f95-62a73032072c" providerId="AD" clId="Web-{0863BABB-DB54-6808-7F42-CDC256558557}" dt="2026-05-09T19:13:46.049" v="215"/>
        <pc:sldMkLst>
          <pc:docMk/>
          <pc:sldMk cId="1251962179" sldId="298"/>
        </pc:sldMkLst>
        <pc:spChg chg="mod">
          <ac:chgData name="Brandon Schenz" userId="S::brandon.schenz@ingagepartners.com::1aae012b-003d-46ff-9f95-62a73032072c" providerId="AD" clId="Web-{0863BABB-DB54-6808-7F42-CDC256558557}" dt="2026-05-09T19:13:05.501" v="213" actId="20577"/>
          <ac:spMkLst>
            <pc:docMk/>
            <pc:sldMk cId="1251962179" sldId="298"/>
            <ac:spMk id="2" creationId="{C29A67D0-5ABD-D8F3-483F-6CFFA3237539}"/>
          </ac:spMkLst>
        </pc:spChg>
        <pc:spChg chg="mod">
          <ac:chgData name="Brandon Schenz" userId="S::brandon.schenz@ingagepartners.com::1aae012b-003d-46ff-9f95-62a73032072c" providerId="AD" clId="Web-{0863BABB-DB54-6808-7F42-CDC256558557}" dt="2026-05-09T19:12:54.141" v="207" actId="20577"/>
          <ac:spMkLst>
            <pc:docMk/>
            <pc:sldMk cId="1251962179" sldId="298"/>
            <ac:spMk id="3" creationId="{3DB4B66C-F0E1-8DAA-7D22-6F18647A24D7}"/>
          </ac:spMkLst>
        </pc:spChg>
      </pc:sldChg>
      <pc:sldChg chg="add ord replId">
        <pc:chgData name="Brandon Schenz" userId="S::brandon.schenz@ingagepartners.com::1aae012b-003d-46ff-9f95-62a73032072c" providerId="AD" clId="Web-{0863BABB-DB54-6808-7F42-CDC256558557}" dt="2026-05-09T19:40:56.565" v="230"/>
        <pc:sldMkLst>
          <pc:docMk/>
          <pc:sldMk cId="3790257536" sldId="299"/>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7200"/>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Lato Light"/>
                <a:ea typeface="Lato Light"/>
                <a:cs typeface="Lato Light"/>
                <a:sym typeface="Lato Light"/>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7200"/>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Lato Light"/>
                <a:ea typeface="Lato Light"/>
                <a:cs typeface="Lato Light"/>
                <a:sym typeface="Lato Light"/>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Lato Light"/>
                <a:ea typeface="Lato Light"/>
                <a:cs typeface="Lato Light"/>
                <a:sym typeface="Lato Light"/>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Lato Light"/>
                <a:ea typeface="Lato Light"/>
                <a:cs typeface="Lato Light"/>
                <a:sym typeface="Lato Light"/>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Lato Light"/>
                <a:ea typeface="Lato Light"/>
                <a:cs typeface="Lato Light"/>
                <a:sym typeface="Lato Light"/>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Lato Light"/>
                <a:ea typeface="Lato Light"/>
                <a:cs typeface="Lato Light"/>
                <a:sym typeface="Lato Light"/>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Lato Light"/>
                <a:ea typeface="Lato Light"/>
                <a:cs typeface="Lato Light"/>
                <a:sym typeface="Lato Light"/>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7200"/>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Lato Light"/>
                <a:ea typeface="Lato Light"/>
                <a:cs typeface="Lato Light"/>
                <a:sym typeface="Lato Light"/>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Lato Light"/>
                <a:ea typeface="Lato Light"/>
                <a:cs typeface="Lato Light"/>
                <a:sym typeface="Lato Light"/>
              </a:rPr>
              <a:t>‹#›</a:t>
            </a:fld>
            <a:endParaRPr sz="1200" b="0" i="0" u="none" strike="noStrike" cap="none">
              <a:solidFill>
                <a:schemeClr val="dk1"/>
              </a:solidFill>
              <a:latin typeface="Lato Light"/>
              <a:ea typeface="Lato Light"/>
              <a:cs typeface="Lato Light"/>
              <a:sym typeface="Lato Light"/>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
        <p:cNvGrpSpPr/>
        <p:nvPr/>
      </p:nvGrpSpPr>
      <p:grpSpPr>
        <a:xfrm>
          <a:off x="0" y="0"/>
          <a:ext cx="0" cy="0"/>
          <a:chOff x="0" y="0"/>
          <a:chExt cx="0" cy="0"/>
        </a:xfrm>
      </p:grpSpPr>
      <p:sp>
        <p:nvSpPr>
          <p:cNvPr id="59" name="Google Shape;59;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0" name="Google Shape;60;p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61" name="Google Shape;61;p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
        <p:cNvGrpSpPr/>
        <p:nvPr/>
      </p:nvGrpSpPr>
      <p:grpSpPr>
        <a:xfrm>
          <a:off x="0" y="0"/>
          <a:ext cx="0" cy="0"/>
          <a:chOff x="0" y="0"/>
          <a:chExt cx="0" cy="0"/>
        </a:xfrm>
      </p:grpSpPr>
      <p:sp>
        <p:nvSpPr>
          <p:cNvPr id="67" name="Google Shape;67;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8" name="Google Shape;68;p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a:t>Practice</a:t>
            </a:r>
            <a:endParaRPr/>
          </a:p>
        </p:txBody>
      </p:sp>
      <p:sp>
        <p:nvSpPr>
          <p:cNvPr id="69" name="Google Shape;69;p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2</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p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a:t>Technology Agnostic</a:t>
            </a:r>
            <a:endParaRPr/>
          </a:p>
        </p:txBody>
      </p:sp>
      <p:sp>
        <p:nvSpPr>
          <p:cNvPr id="74" name="Google Shape;74;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
        <p:cNvGrpSpPr/>
        <p:nvPr/>
      </p:nvGrpSpPr>
      <p:grpSpPr>
        <a:xfrm>
          <a:off x="0" y="0"/>
          <a:ext cx="0" cy="0"/>
          <a:chOff x="0" y="0"/>
          <a:chExt cx="0" cy="0"/>
        </a:xfrm>
      </p:grpSpPr>
      <p:sp>
        <p:nvSpPr>
          <p:cNvPr id="78" name="Google Shape;78;p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a:t>Better together</a:t>
            </a:r>
            <a:endParaRPr/>
          </a:p>
        </p:txBody>
      </p:sp>
      <p:sp>
        <p:nvSpPr>
          <p:cNvPr id="79" name="Google Shape;79;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
        <p:cNvGrpSpPr/>
        <p:nvPr/>
      </p:nvGrpSpPr>
      <p:grpSpPr>
        <a:xfrm>
          <a:off x="0" y="0"/>
          <a:ext cx="0" cy="0"/>
          <a:chOff x="0" y="0"/>
          <a:chExt cx="0" cy="0"/>
        </a:xfrm>
      </p:grpSpPr>
      <p:sp>
        <p:nvSpPr>
          <p:cNvPr id="83" name="Google Shape;83;p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a:t>Point at code</a:t>
            </a:r>
            <a:endParaRPr/>
          </a:p>
        </p:txBody>
      </p:sp>
      <p:sp>
        <p:nvSpPr>
          <p:cNvPr id="84" name="Google Shape;84;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g37fc392566d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 name="Google Shape;89;g37fc392566d_0_0: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0" name="Google Shape;90;g37fc392566d_0_0:notes"/>
          <p:cNvSpPr txBox="1">
            <a:spLocks noGrp="1"/>
          </p:cNvSpPr>
          <p:nvPr>
            <p:ph type="sldNum" idx="12"/>
          </p:nvPr>
        </p:nvSpPr>
        <p:spPr>
          <a:xfrm>
            <a:off x="3884613" y="8685213"/>
            <a:ext cx="2971800" cy="4572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6</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p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a:t>write code</a:t>
            </a:r>
            <a:endParaRPr/>
          </a:p>
        </p:txBody>
      </p:sp>
      <p:sp>
        <p:nvSpPr>
          <p:cNvPr id="97" name="Google Shape;97;p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p:cNvGrpSpPr/>
        <p:nvPr/>
      </p:nvGrpSpPr>
      <p:grpSpPr>
        <a:xfrm>
          <a:off x="0" y="0"/>
          <a:ext cx="0" cy="0"/>
          <a:chOff x="0" y="0"/>
          <a:chExt cx="0" cy="0"/>
        </a:xfrm>
      </p:grpSpPr>
      <p:sp>
        <p:nvSpPr>
          <p:cNvPr id="107" name="Google Shape;107;p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a:t>pizza</a:t>
            </a:r>
            <a:endParaRPr/>
          </a:p>
        </p:txBody>
      </p:sp>
      <p:sp>
        <p:nvSpPr>
          <p:cNvPr id="108" name="Google Shape;108;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2" name="Google Shape;102;p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03" name="Google Shape;103;p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US"/>
              <a:t>9</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p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a:t>raffle</a:t>
            </a:r>
            <a:endParaRPr/>
          </a:p>
        </p:txBody>
      </p:sp>
      <p:sp>
        <p:nvSpPr>
          <p:cNvPr id="113" name="Google Shape;113;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
        <p:cNvGrpSpPr/>
        <p:nvPr/>
      </p:nvGrpSpPr>
      <p:grpSpPr>
        <a:xfrm>
          <a:off x="0" y="0"/>
          <a:ext cx="0" cy="0"/>
          <a:chOff x="0" y="0"/>
          <a:chExt cx="0" cy="0"/>
        </a:xfrm>
      </p:grpSpPr>
      <p:sp>
        <p:nvSpPr>
          <p:cNvPr id="125" name="Google Shape;125;p1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26" name="Google Shape;126;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1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33" name="Google Shape;133;p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~45 seconds. Welcome everyone to the final C3 meetup. Frame the kata as a mission rather than a data-parsing assignment. Do not reveal any later-Act requirements; participants should discover new information only when their next briefing arrives. Title artwork is generated original illustration.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minute. Set the roles: the signal-recovery team provides raw lines, participants write the message reconstruction component. Pairing is expected, and the real objective is effective small-step software design. For a 75–90 minute meetup, consider: briefing 10–12 min, pairing 45–55 min, debrief 10 min, transitions as needed.</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Read the 2086/2098/2126 timeline dramatically. The heliopause is the boundary between the solar wind and surrounding interstellar medium (NASA: https://science.nasa.gov/learn/basics-of-space-flight/chapter1-1/). Point out that no one knows what happened to Odyssey. Avoid guessing about the message.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seconds. Emphasize that the task is a straightforward but realistic reconstruction challenge. Nobody needs orbital physics, signal processing, or crypto expertise; the engineers interpret recovered plain text.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minute. Let participants observe the delimiter and identify the readable fields themselves. The hash characters are literal placeholders, not encrypted data. The fifth field contains text; the third field contains the positive, three-digit sequence.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minutes. Ask: “Which fields can we trust?” Answer: field 3 sequence and field 5 text. The other fields are unknown; we are explicitly instructed not to infer meaning. Spaces in the recovered text are legitimate data.</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minute. This is a crucial teaching point. Resist “future-proofing” based on speculation. The later acts may change the information available, but the archive snapshot itself has a clear contract. Request the simplest code that satisfies current evidence.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minute. Explain the behavior in five steps from the README. Most implementation tests should receive an in-memory collection of strings. Empty archive returns empty string. There is no required class or pattern. Do not demonstrate the solution before the exercise.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20–30 seconds. The correct Act I result is exactly “WE ARE NOT”. It is not a complete sentence, and the mission brief explicitly warns not to assume it is the end. This should provoke curiosity without spoiling the next archive.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minute. Suggested order from source README: no lines, one record, two records, supplied archive, field-5 text containing spaces. These examples describe extracted text fragments rather than full pipe-separated raw lines; actual tests should pass full valid raw records. Ask participants which test they would write first and why.</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minute. Use the Fowler TDD summary: write a failing test; make it work; refactor for clean structure. Encourage changes in very small increments. See https://martinfowler.com/bliki/TestDrivenDevelopment.html. The deck does not supply a solution or force a pattern.</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minute. One person authors a failing test. Their partner writes the minimum passing code and then the next failing test. Swap naturally and talk frequently. Invite both people to explain what they are optimizing for. The goal is active collaboration, not maximum lines per minute.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minute. These commands and frameworks come from the supplied Act I README. C#: NUnit; Java: JUnit 5; JavaScript and TypeScript: Vitest; Kotlin: kotlin.test running on JUnit 5; Python: pytest. For Java or Kotlin on Windows, run gradlew.bat test. Every starter includes file read/write helpers, two passing file smoke tests, and one intentionally failing placeholder test.</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minute. In each starter, provided helpers read and write files. The actual reconstruction component should be a pure/mostly pure transform from lines to string. First run the included tests; two file-helper smoke tests pass and one placeholder intentionally fails. Replace the placeholder with the first real failing test. Once all small-memory tests pass, check supplied data/act1.txt.</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handoff to pairing, ~45–55 minutes suggested. Tell the room where to obtain the starter repository. Avoid demonstrating the algorithm. Walk around, watch for overly large steps or speculative designs, and ask “What observable behavior are you testing next?” If additional act materials are ready, release them only when a pair finishes Act I and you choose to progress.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2">
          <a:extLst>
            <a:ext uri="{FF2B5EF4-FFF2-40B4-BE49-F238E27FC236}">
              <a16:creationId xmlns:a16="http://schemas.microsoft.com/office/drawing/2014/main" id="{592AC1DA-6690-4601-0225-EEB696B02ADE}"/>
            </a:ext>
          </a:extLst>
        </p:cNvPr>
        <p:cNvGrpSpPr/>
        <p:nvPr/>
      </p:nvGrpSpPr>
      <p:grpSpPr>
        <a:xfrm>
          <a:off x="0" y="0"/>
          <a:ext cx="0" cy="0"/>
          <a:chOff x="0" y="0"/>
          <a:chExt cx="0" cy="0"/>
        </a:xfrm>
      </p:grpSpPr>
      <p:sp>
        <p:nvSpPr>
          <p:cNvPr id="153" name="Google Shape;153;g35abda01f67_0_34:notes">
            <a:extLst>
              <a:ext uri="{FF2B5EF4-FFF2-40B4-BE49-F238E27FC236}">
                <a16:creationId xmlns:a16="http://schemas.microsoft.com/office/drawing/2014/main" id="{926371EA-CEAD-A51C-77CE-C6F81322B88D}"/>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54" name="Google Shape;154;g35abda01f67_0_34:notes">
            <a:extLst>
              <a:ext uri="{FF2B5EF4-FFF2-40B4-BE49-F238E27FC236}">
                <a16:creationId xmlns:a16="http://schemas.microsoft.com/office/drawing/2014/main" id="{08218877-84D7-CD96-CD82-A0219A46F68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7271732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
        <p:cNvGrpSpPr/>
        <p:nvPr/>
      </p:nvGrpSpPr>
      <p:grpSpPr>
        <a:xfrm>
          <a:off x="0" y="0"/>
          <a:ext cx="0" cy="0"/>
          <a:chOff x="0" y="0"/>
          <a:chExt cx="0" cy="0"/>
        </a:xfrm>
      </p:grpSpPr>
      <p:sp>
        <p:nvSpPr>
          <p:cNvPr id="177" name="Google Shape;177;p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78" name="Google Shape;178;p1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79" name="Google Shape;179;p1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29</a:t>
            </a:fld>
            <a:endParaRPr/>
          </a:p>
        </p:txBody>
      </p:sp>
      <p:sp>
        <p:nvSpPr>
          <p:cNvPr id="180" name="Google Shape;180;p14:notes"/>
          <p:cNvSpPr txBox="1"/>
          <p:nvPr/>
        </p:nvSpPr>
        <p:spPr>
          <a:xfrm>
            <a:off x="762000" y="1490116"/>
            <a:ext cx="5334000" cy="2308324"/>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r>
              <a:rPr lang="en-US" sz="1800" b="0" i="0" u="none" strike="noStrike" cap="none">
                <a:solidFill>
                  <a:schemeClr val="dk1"/>
                </a:solidFill>
                <a:latin typeface="Calibri"/>
                <a:ea typeface="Calibri"/>
                <a:cs typeface="Calibri"/>
                <a:sym typeface="Calibri"/>
              </a:rPr>
              <a:t>Suppose you're on a game show, and you're given the choice of three doors: Behind one door is a car; behind the others, goats. You pick a door, say No. 1, and the host, who knows what's behind the doors, opens another door, say No. 3, which has a goat. He then says to you, "Do you want to pick door No. 2?" Is it to your advantage to switch your choice?</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p:cNvGrpSpPr/>
        <p:nvPr/>
      </p:nvGrpSpPr>
      <p:grpSpPr>
        <a:xfrm>
          <a:off x="0" y="0"/>
          <a:ext cx="0" cy="0"/>
          <a:chOff x="0" y="0"/>
          <a:chExt cx="0" cy="0"/>
        </a:xfrm>
      </p:grpSpPr>
      <p:sp>
        <p:nvSpPr>
          <p:cNvPr id="185" name="Google Shape;185;p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86" name="Google Shape;186;p1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87" name="Google Shape;187;p1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30</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3"/>
        <p:cNvGrpSpPr/>
        <p:nvPr/>
      </p:nvGrpSpPr>
      <p:grpSpPr>
        <a:xfrm>
          <a:off x="0" y="0"/>
          <a:ext cx="0" cy="0"/>
          <a:chOff x="0" y="0"/>
          <a:chExt cx="0" cy="0"/>
        </a:xfrm>
      </p:grpSpPr>
      <p:sp>
        <p:nvSpPr>
          <p:cNvPr id="14" name="Google Shape;14;g35abda01f67_2_1054"/>
          <p:cNvSpPr txBox="1">
            <a:spLocks noGrp="1"/>
          </p:cNvSpPr>
          <p:nvPr>
            <p:ph type="ctrTitle"/>
          </p:nvPr>
        </p:nvSpPr>
        <p:spPr>
          <a:xfrm>
            <a:off x="415611" y="992767"/>
            <a:ext cx="11360700" cy="2736900"/>
          </a:xfrm>
          <a:prstGeom prst="rect">
            <a:avLst/>
          </a:prstGeom>
          <a:noFill/>
          <a:ln>
            <a:noFill/>
          </a:ln>
        </p:spPr>
        <p:txBody>
          <a:bodyPr spcFirstLastPara="1" wrap="square" lIns="121900" tIns="121900" rIns="121900" bIns="121900" anchor="b" anchorCtr="0">
            <a:normAutofit/>
          </a:bodyPr>
          <a:lstStyle>
            <a:lvl1pPr lvl="0" algn="ctr">
              <a:lnSpc>
                <a:spcPct val="100000"/>
              </a:lnSpc>
              <a:spcBef>
                <a:spcPts val="0"/>
              </a:spcBef>
              <a:spcAft>
                <a:spcPts val="0"/>
              </a:spcAft>
              <a:buSzPts val="6900"/>
              <a:buNone/>
              <a:defRPr sz="6900"/>
            </a:lvl1pPr>
            <a:lvl2pPr lvl="1" algn="ctr">
              <a:lnSpc>
                <a:spcPct val="100000"/>
              </a:lnSpc>
              <a:spcBef>
                <a:spcPts val="0"/>
              </a:spcBef>
              <a:spcAft>
                <a:spcPts val="0"/>
              </a:spcAft>
              <a:buSzPts val="6900"/>
              <a:buNone/>
              <a:defRPr sz="6900"/>
            </a:lvl2pPr>
            <a:lvl3pPr lvl="2" algn="ctr">
              <a:lnSpc>
                <a:spcPct val="100000"/>
              </a:lnSpc>
              <a:spcBef>
                <a:spcPts val="0"/>
              </a:spcBef>
              <a:spcAft>
                <a:spcPts val="0"/>
              </a:spcAft>
              <a:buSzPts val="6900"/>
              <a:buNone/>
              <a:defRPr sz="6900"/>
            </a:lvl3pPr>
            <a:lvl4pPr lvl="3" algn="ctr">
              <a:lnSpc>
                <a:spcPct val="100000"/>
              </a:lnSpc>
              <a:spcBef>
                <a:spcPts val="0"/>
              </a:spcBef>
              <a:spcAft>
                <a:spcPts val="0"/>
              </a:spcAft>
              <a:buSzPts val="6900"/>
              <a:buNone/>
              <a:defRPr sz="6900"/>
            </a:lvl4pPr>
            <a:lvl5pPr lvl="4" algn="ctr">
              <a:lnSpc>
                <a:spcPct val="100000"/>
              </a:lnSpc>
              <a:spcBef>
                <a:spcPts val="0"/>
              </a:spcBef>
              <a:spcAft>
                <a:spcPts val="0"/>
              </a:spcAft>
              <a:buSzPts val="6900"/>
              <a:buNone/>
              <a:defRPr sz="6900"/>
            </a:lvl5pPr>
            <a:lvl6pPr lvl="5" algn="ctr">
              <a:lnSpc>
                <a:spcPct val="100000"/>
              </a:lnSpc>
              <a:spcBef>
                <a:spcPts val="0"/>
              </a:spcBef>
              <a:spcAft>
                <a:spcPts val="0"/>
              </a:spcAft>
              <a:buSzPts val="6900"/>
              <a:buNone/>
              <a:defRPr sz="6900"/>
            </a:lvl6pPr>
            <a:lvl7pPr lvl="6" algn="ctr">
              <a:lnSpc>
                <a:spcPct val="100000"/>
              </a:lnSpc>
              <a:spcBef>
                <a:spcPts val="0"/>
              </a:spcBef>
              <a:spcAft>
                <a:spcPts val="0"/>
              </a:spcAft>
              <a:buSzPts val="6900"/>
              <a:buNone/>
              <a:defRPr sz="6900"/>
            </a:lvl7pPr>
            <a:lvl8pPr lvl="7" algn="ctr">
              <a:lnSpc>
                <a:spcPct val="100000"/>
              </a:lnSpc>
              <a:spcBef>
                <a:spcPts val="0"/>
              </a:spcBef>
              <a:spcAft>
                <a:spcPts val="0"/>
              </a:spcAft>
              <a:buSzPts val="6900"/>
              <a:buNone/>
              <a:defRPr sz="6900"/>
            </a:lvl8pPr>
            <a:lvl9pPr lvl="8" algn="ctr">
              <a:lnSpc>
                <a:spcPct val="100000"/>
              </a:lnSpc>
              <a:spcBef>
                <a:spcPts val="0"/>
              </a:spcBef>
              <a:spcAft>
                <a:spcPts val="0"/>
              </a:spcAft>
              <a:buSzPts val="6900"/>
              <a:buNone/>
              <a:defRPr sz="6900"/>
            </a:lvl9pPr>
          </a:lstStyle>
          <a:p>
            <a:endParaRPr/>
          </a:p>
        </p:txBody>
      </p:sp>
      <p:sp>
        <p:nvSpPr>
          <p:cNvPr id="15" name="Google Shape;15;g35abda01f67_2_1054"/>
          <p:cNvSpPr txBox="1">
            <a:spLocks noGrp="1"/>
          </p:cNvSpPr>
          <p:nvPr>
            <p:ph type="subTitle" idx="1"/>
          </p:nvPr>
        </p:nvSpPr>
        <p:spPr>
          <a:xfrm>
            <a:off x="415600" y="3778833"/>
            <a:ext cx="11360700" cy="1056900"/>
          </a:xfrm>
          <a:prstGeom prst="rect">
            <a:avLst/>
          </a:prstGeom>
          <a:noFill/>
          <a:ln>
            <a:noFill/>
          </a:ln>
        </p:spPr>
        <p:txBody>
          <a:bodyPr spcFirstLastPara="1" wrap="square" lIns="121900" tIns="121900" rIns="121900" bIns="121900" anchor="t" anchorCtr="0">
            <a:normAutofit/>
          </a:bodyPr>
          <a:lstStyle>
            <a:lvl1pPr lvl="0" algn="ctr">
              <a:lnSpc>
                <a:spcPct val="100000"/>
              </a:lnSpc>
              <a:spcBef>
                <a:spcPts val="0"/>
              </a:spcBef>
              <a:spcAft>
                <a:spcPts val="0"/>
              </a:spcAft>
              <a:buSzPts val="3700"/>
              <a:buNone/>
              <a:defRPr sz="3700"/>
            </a:lvl1pPr>
            <a:lvl2pPr lvl="1" algn="ctr">
              <a:lnSpc>
                <a:spcPct val="100000"/>
              </a:lnSpc>
              <a:spcBef>
                <a:spcPts val="0"/>
              </a:spcBef>
              <a:spcAft>
                <a:spcPts val="0"/>
              </a:spcAft>
              <a:buSzPts val="3700"/>
              <a:buNone/>
              <a:defRPr sz="3700"/>
            </a:lvl2pPr>
            <a:lvl3pPr lvl="2" algn="ctr">
              <a:lnSpc>
                <a:spcPct val="100000"/>
              </a:lnSpc>
              <a:spcBef>
                <a:spcPts val="0"/>
              </a:spcBef>
              <a:spcAft>
                <a:spcPts val="0"/>
              </a:spcAft>
              <a:buSzPts val="3700"/>
              <a:buNone/>
              <a:defRPr sz="3700"/>
            </a:lvl3pPr>
            <a:lvl4pPr lvl="3" algn="ctr">
              <a:lnSpc>
                <a:spcPct val="100000"/>
              </a:lnSpc>
              <a:spcBef>
                <a:spcPts val="0"/>
              </a:spcBef>
              <a:spcAft>
                <a:spcPts val="0"/>
              </a:spcAft>
              <a:buSzPts val="3700"/>
              <a:buNone/>
              <a:defRPr sz="3700"/>
            </a:lvl4pPr>
            <a:lvl5pPr lvl="4" algn="ctr">
              <a:lnSpc>
                <a:spcPct val="100000"/>
              </a:lnSpc>
              <a:spcBef>
                <a:spcPts val="0"/>
              </a:spcBef>
              <a:spcAft>
                <a:spcPts val="0"/>
              </a:spcAft>
              <a:buSzPts val="3700"/>
              <a:buNone/>
              <a:defRPr sz="3700"/>
            </a:lvl5pPr>
            <a:lvl6pPr lvl="5" algn="ctr">
              <a:lnSpc>
                <a:spcPct val="100000"/>
              </a:lnSpc>
              <a:spcBef>
                <a:spcPts val="0"/>
              </a:spcBef>
              <a:spcAft>
                <a:spcPts val="0"/>
              </a:spcAft>
              <a:buSzPts val="3700"/>
              <a:buNone/>
              <a:defRPr sz="3700"/>
            </a:lvl6pPr>
            <a:lvl7pPr lvl="6" algn="ctr">
              <a:lnSpc>
                <a:spcPct val="100000"/>
              </a:lnSpc>
              <a:spcBef>
                <a:spcPts val="0"/>
              </a:spcBef>
              <a:spcAft>
                <a:spcPts val="0"/>
              </a:spcAft>
              <a:buSzPts val="3700"/>
              <a:buNone/>
              <a:defRPr sz="3700"/>
            </a:lvl7pPr>
            <a:lvl8pPr lvl="7" algn="ctr">
              <a:lnSpc>
                <a:spcPct val="100000"/>
              </a:lnSpc>
              <a:spcBef>
                <a:spcPts val="0"/>
              </a:spcBef>
              <a:spcAft>
                <a:spcPts val="0"/>
              </a:spcAft>
              <a:buSzPts val="3700"/>
              <a:buNone/>
              <a:defRPr sz="3700"/>
            </a:lvl8pPr>
            <a:lvl9pPr lvl="8" algn="ctr">
              <a:lnSpc>
                <a:spcPct val="100000"/>
              </a:lnSpc>
              <a:spcBef>
                <a:spcPts val="0"/>
              </a:spcBef>
              <a:spcAft>
                <a:spcPts val="0"/>
              </a:spcAft>
              <a:buSzPts val="3700"/>
              <a:buNone/>
              <a:defRPr sz="3700"/>
            </a:lvl9pPr>
          </a:lstStyle>
          <a:p>
            <a:endParaRPr/>
          </a:p>
        </p:txBody>
      </p:sp>
      <p:sp>
        <p:nvSpPr>
          <p:cNvPr id="16" name="Google Shape;16;g35abda01f67_2_1054"/>
          <p:cNvSpPr txBox="1">
            <a:spLocks noGrp="1"/>
          </p:cNvSpPr>
          <p:nvPr>
            <p:ph type="sldNum" idx="12"/>
          </p:nvPr>
        </p:nvSpPr>
        <p:spPr>
          <a:xfrm>
            <a:off x="11296610" y="6217622"/>
            <a:ext cx="731700" cy="524700"/>
          </a:xfrm>
          <a:prstGeom prst="rect">
            <a:avLst/>
          </a:prstGeom>
          <a:noFill/>
          <a:ln>
            <a:noFill/>
          </a:ln>
        </p:spPr>
        <p:txBody>
          <a:bodyPr spcFirstLastPara="1" wrap="square" lIns="121900" tIns="121900" rIns="121900" bIns="121900" anchor="ctr" anchorCtr="0">
            <a:normAutofit/>
          </a:bodyPr>
          <a:lstStyle>
            <a:lvl1pPr marL="0" marR="0" lvl="0"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g35abda01f67_2_1095"/>
          <p:cNvSpPr txBox="1">
            <a:spLocks noGrp="1"/>
          </p:cNvSpPr>
          <p:nvPr>
            <p:ph type="title"/>
          </p:nvPr>
        </p:nvSpPr>
        <p:spPr>
          <a:xfrm>
            <a:off x="838200" y="1073150"/>
            <a:ext cx="10515600" cy="752400"/>
          </a:xfrm>
          <a:prstGeom prst="rect">
            <a:avLst/>
          </a:prstGeom>
          <a:noFill/>
          <a:ln>
            <a:noFill/>
          </a:ln>
        </p:spPr>
        <p:txBody>
          <a:bodyPr spcFirstLastPara="1" wrap="square" lIns="91425" tIns="45700" rIns="91425" bIns="45700" anchor="t" anchorCtr="0">
            <a:noAutofit/>
          </a:bodyPr>
          <a:lstStyle>
            <a:lvl1pPr marR="0" lvl="0" algn="l">
              <a:lnSpc>
                <a:spcPct val="90000"/>
              </a:lnSpc>
              <a:spcBef>
                <a:spcPts val="0"/>
              </a:spcBef>
              <a:spcAft>
                <a:spcPts val="0"/>
              </a:spcAft>
              <a:buClr>
                <a:schemeClr val="dk1"/>
              </a:buClr>
              <a:buSzPts val="3600"/>
              <a:buFont typeface="Avenir"/>
              <a:buNone/>
              <a:defRPr sz="3600" b="1"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Avenir"/>
              </a:defRPr>
            </a:lvl1pPr>
            <a:lvl2pPr marR="0" lvl="1"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dirty="0"/>
          </a:p>
        </p:txBody>
      </p:sp>
      <p:sp>
        <p:nvSpPr>
          <p:cNvPr id="19" name="Google Shape;19;g35abda01f67_2_1095"/>
          <p:cNvSpPr txBox="1">
            <a:spLocks noGrp="1"/>
          </p:cNvSpPr>
          <p:nvPr>
            <p:ph type="body" idx="1"/>
          </p:nvPr>
        </p:nvSpPr>
        <p:spPr>
          <a:xfrm>
            <a:off x="838200" y="1825625"/>
            <a:ext cx="10515600" cy="4351200"/>
          </a:xfrm>
          <a:prstGeom prst="rect">
            <a:avLst/>
          </a:prstGeom>
          <a:noFill/>
          <a:ln>
            <a:noFill/>
          </a:ln>
        </p:spPr>
        <p:txBody>
          <a:bodyPr spcFirstLastPara="1" wrap="square" lIns="91425" tIns="45700" rIns="91425" bIns="45700" anchor="t" anchorCtr="0">
            <a:noAutofit/>
          </a:bodyPr>
          <a:lstStyle>
            <a:lvl1pPr marL="457200" marR="0" lvl="0" indent="-406400" algn="l">
              <a:lnSpc>
                <a:spcPct val="90000"/>
              </a:lnSpc>
              <a:spcBef>
                <a:spcPts val="1000"/>
              </a:spcBef>
              <a:spcAft>
                <a:spcPts val="0"/>
              </a:spcAft>
              <a:buClr>
                <a:schemeClr val="lt2"/>
              </a:buClr>
              <a:buSzPts val="2800"/>
              <a:buFont typeface="Arial"/>
              <a:buChar char="•"/>
              <a:defRPr sz="2800" b="1" i="0" u="none" strike="noStrike" cap="none">
                <a:solidFill>
                  <a:schemeClr val="lt2"/>
                </a:solidFill>
                <a:latin typeface="Calibri" panose="020F0502020204030204" pitchFamily="34" charset="0"/>
                <a:ea typeface="Calibri" panose="020F0502020204030204" pitchFamily="34" charset="0"/>
                <a:cs typeface="Calibri" panose="020F0502020204030204" pitchFamily="34" charset="0"/>
                <a:sym typeface="Avenir"/>
              </a:defRPr>
            </a:lvl1pPr>
            <a:lvl2pPr marL="914400" marR="0" lvl="1" indent="-381000" algn="l">
              <a:lnSpc>
                <a:spcPct val="90000"/>
              </a:lnSpc>
              <a:spcBef>
                <a:spcPts val="500"/>
              </a:spcBef>
              <a:spcAft>
                <a:spcPts val="0"/>
              </a:spcAft>
              <a:buClr>
                <a:schemeClr val="lt2"/>
              </a:buClr>
              <a:buSzPts val="2400"/>
              <a:buFont typeface="Arial"/>
              <a:buChar char="•"/>
              <a:defRPr sz="2400" b="0" i="0" u="none" strike="noStrike" cap="none">
                <a:solidFill>
                  <a:schemeClr val="lt2"/>
                </a:solidFill>
                <a:latin typeface="Avenir"/>
                <a:ea typeface="Avenir"/>
                <a:cs typeface="Avenir"/>
                <a:sym typeface="Avenir"/>
              </a:defRPr>
            </a:lvl2pPr>
            <a:lvl3pPr marL="1371600" marR="0" lvl="2" indent="-355600" algn="l">
              <a:lnSpc>
                <a:spcPct val="90000"/>
              </a:lnSpc>
              <a:spcBef>
                <a:spcPts val="500"/>
              </a:spcBef>
              <a:spcAft>
                <a:spcPts val="0"/>
              </a:spcAft>
              <a:buClr>
                <a:srgbClr val="7F7F7F"/>
              </a:buClr>
              <a:buSzPts val="2000"/>
              <a:buFont typeface="Arial"/>
              <a:buChar char="•"/>
              <a:defRPr sz="2000" b="0" i="0" u="none" strike="noStrike" cap="none">
                <a:solidFill>
                  <a:srgbClr val="7F7F7F"/>
                </a:solidFill>
                <a:latin typeface="Avenir"/>
                <a:ea typeface="Avenir"/>
                <a:cs typeface="Avenir"/>
                <a:sym typeface="Avenir"/>
              </a:defRPr>
            </a:lvl3pPr>
            <a:lvl4pPr marL="1828800" marR="0" lvl="3" indent="-342900" algn="l">
              <a:lnSpc>
                <a:spcPct val="90000"/>
              </a:lnSpc>
              <a:spcBef>
                <a:spcPts val="500"/>
              </a:spcBef>
              <a:spcAft>
                <a:spcPts val="0"/>
              </a:spcAft>
              <a:buClr>
                <a:srgbClr val="7F7F7F"/>
              </a:buClr>
              <a:buSzPts val="1800"/>
              <a:buFont typeface="Arial"/>
              <a:buChar char="•"/>
              <a:defRPr sz="1800" b="0" i="0" u="none" strike="noStrike" cap="none">
                <a:solidFill>
                  <a:srgbClr val="7F7F7F"/>
                </a:solidFill>
                <a:latin typeface="Avenir"/>
                <a:ea typeface="Avenir"/>
                <a:cs typeface="Avenir"/>
                <a:sym typeface="Avenir"/>
              </a:defRPr>
            </a:lvl4pPr>
            <a:lvl5pPr marL="2286000" marR="0" lvl="4" indent="-342900" algn="l">
              <a:lnSpc>
                <a:spcPct val="90000"/>
              </a:lnSpc>
              <a:spcBef>
                <a:spcPts val="500"/>
              </a:spcBef>
              <a:spcAft>
                <a:spcPts val="0"/>
              </a:spcAft>
              <a:buClr>
                <a:srgbClr val="7F7F7F"/>
              </a:buClr>
              <a:buSzPts val="1800"/>
              <a:buFont typeface="Arial"/>
              <a:buChar char="•"/>
              <a:defRPr sz="1800" b="0" i="0" u="none" strike="noStrike" cap="none">
                <a:solidFill>
                  <a:srgbClr val="7F7F7F"/>
                </a:solidFill>
                <a:latin typeface="Avenir"/>
                <a:ea typeface="Avenir"/>
                <a:cs typeface="Avenir"/>
                <a:sym typeface="Avenir"/>
              </a:defRPr>
            </a:lvl5pPr>
            <a:lvl6pPr marL="2743200" marR="0" lvl="5"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dirty="0"/>
          </a:p>
        </p:txBody>
      </p:sp>
      <p:sp>
        <p:nvSpPr>
          <p:cNvPr id="20" name="Google Shape;20;g35abda01f67_2_1095"/>
          <p:cNvSpPr txBox="1">
            <a:spLocks noGrp="1"/>
          </p:cNvSpPr>
          <p:nvPr>
            <p:ph type="ftr" idx="11"/>
          </p:nvPr>
        </p:nvSpPr>
        <p:spPr>
          <a:xfrm>
            <a:off x="4038600" y="6492875"/>
            <a:ext cx="4114800" cy="365100"/>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000" b="0" i="0" u="none" strike="noStrike" cap="none">
                <a:solidFill>
                  <a:srgbClr val="7F7F7F"/>
                </a:solidFill>
                <a:latin typeface="Calibri" panose="020F0502020204030204" pitchFamily="34" charset="0"/>
                <a:ea typeface="Calibri" panose="020F0502020204030204" pitchFamily="34" charset="0"/>
                <a:cs typeface="Calibri" panose="020F0502020204030204" pitchFamily="34" charset="0"/>
                <a:sym typeface="Avenir"/>
              </a:defRPr>
            </a:lvl1pPr>
            <a:lvl2pPr marR="0" lvl="1"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1"/>
        <p:cNvGrpSpPr/>
        <p:nvPr/>
      </p:nvGrpSpPr>
      <p:grpSpPr>
        <a:xfrm>
          <a:off x="0" y="0"/>
          <a:ext cx="0" cy="0"/>
          <a:chOff x="0" y="0"/>
          <a:chExt cx="0" cy="0"/>
        </a:xfrm>
      </p:grpSpPr>
      <p:sp>
        <p:nvSpPr>
          <p:cNvPr id="22" name="Google Shape;22;g35abda01f67_2_1058"/>
          <p:cNvSpPr txBox="1">
            <a:spLocks noGrp="1"/>
          </p:cNvSpPr>
          <p:nvPr>
            <p:ph type="title"/>
          </p:nvPr>
        </p:nvSpPr>
        <p:spPr>
          <a:xfrm>
            <a:off x="415600" y="2867800"/>
            <a:ext cx="11360700" cy="1122300"/>
          </a:xfrm>
          <a:prstGeom prst="rect">
            <a:avLst/>
          </a:prstGeom>
          <a:noFill/>
          <a:ln>
            <a:noFill/>
          </a:ln>
        </p:spPr>
        <p:txBody>
          <a:bodyPr spcFirstLastPara="1" wrap="square" lIns="121900" tIns="121900" rIns="121900" bIns="121900" anchor="ctr" anchorCtr="0">
            <a:normAutofit/>
          </a:bodyPr>
          <a:lstStyle>
            <a:lvl1pPr lvl="0" algn="ctr">
              <a:lnSpc>
                <a:spcPct val="100000"/>
              </a:lnSpc>
              <a:spcBef>
                <a:spcPts val="0"/>
              </a:spcBef>
              <a:spcAft>
                <a:spcPts val="0"/>
              </a:spcAft>
              <a:buSzPts val="4800"/>
              <a:buNone/>
              <a:defRPr sz="4800"/>
            </a:lvl1pPr>
            <a:lvl2pPr lvl="1" algn="ctr">
              <a:lnSpc>
                <a:spcPct val="100000"/>
              </a:lnSpc>
              <a:spcBef>
                <a:spcPts val="0"/>
              </a:spcBef>
              <a:spcAft>
                <a:spcPts val="0"/>
              </a:spcAft>
              <a:buSzPts val="4800"/>
              <a:buNone/>
              <a:defRPr sz="4800"/>
            </a:lvl2pPr>
            <a:lvl3pPr lvl="2" algn="ctr">
              <a:lnSpc>
                <a:spcPct val="100000"/>
              </a:lnSpc>
              <a:spcBef>
                <a:spcPts val="0"/>
              </a:spcBef>
              <a:spcAft>
                <a:spcPts val="0"/>
              </a:spcAft>
              <a:buSzPts val="4800"/>
              <a:buNone/>
              <a:defRPr sz="4800"/>
            </a:lvl3pPr>
            <a:lvl4pPr lvl="3" algn="ctr">
              <a:lnSpc>
                <a:spcPct val="100000"/>
              </a:lnSpc>
              <a:spcBef>
                <a:spcPts val="0"/>
              </a:spcBef>
              <a:spcAft>
                <a:spcPts val="0"/>
              </a:spcAft>
              <a:buSzPts val="4800"/>
              <a:buNone/>
              <a:defRPr sz="4800"/>
            </a:lvl4pPr>
            <a:lvl5pPr lvl="4" algn="ctr">
              <a:lnSpc>
                <a:spcPct val="100000"/>
              </a:lnSpc>
              <a:spcBef>
                <a:spcPts val="0"/>
              </a:spcBef>
              <a:spcAft>
                <a:spcPts val="0"/>
              </a:spcAft>
              <a:buSzPts val="4800"/>
              <a:buNone/>
              <a:defRPr sz="4800"/>
            </a:lvl5pPr>
            <a:lvl6pPr lvl="5" algn="ctr">
              <a:lnSpc>
                <a:spcPct val="100000"/>
              </a:lnSpc>
              <a:spcBef>
                <a:spcPts val="0"/>
              </a:spcBef>
              <a:spcAft>
                <a:spcPts val="0"/>
              </a:spcAft>
              <a:buSzPts val="4800"/>
              <a:buNone/>
              <a:defRPr sz="4800"/>
            </a:lvl6pPr>
            <a:lvl7pPr lvl="6" algn="ctr">
              <a:lnSpc>
                <a:spcPct val="100000"/>
              </a:lnSpc>
              <a:spcBef>
                <a:spcPts val="0"/>
              </a:spcBef>
              <a:spcAft>
                <a:spcPts val="0"/>
              </a:spcAft>
              <a:buSzPts val="4800"/>
              <a:buNone/>
              <a:defRPr sz="4800"/>
            </a:lvl7pPr>
            <a:lvl8pPr lvl="7" algn="ctr">
              <a:lnSpc>
                <a:spcPct val="100000"/>
              </a:lnSpc>
              <a:spcBef>
                <a:spcPts val="0"/>
              </a:spcBef>
              <a:spcAft>
                <a:spcPts val="0"/>
              </a:spcAft>
              <a:buSzPts val="4800"/>
              <a:buNone/>
              <a:defRPr sz="4800"/>
            </a:lvl8pPr>
            <a:lvl9pPr lvl="8" algn="ctr">
              <a:lnSpc>
                <a:spcPct val="100000"/>
              </a:lnSpc>
              <a:spcBef>
                <a:spcPts val="0"/>
              </a:spcBef>
              <a:spcAft>
                <a:spcPts val="0"/>
              </a:spcAft>
              <a:buSzPts val="4800"/>
              <a:buNone/>
              <a:defRPr sz="4800"/>
            </a:lvl9pPr>
          </a:lstStyle>
          <a:p>
            <a:endParaRPr/>
          </a:p>
        </p:txBody>
      </p:sp>
      <p:sp>
        <p:nvSpPr>
          <p:cNvPr id="23" name="Google Shape;23;g35abda01f67_2_1058"/>
          <p:cNvSpPr txBox="1">
            <a:spLocks noGrp="1"/>
          </p:cNvSpPr>
          <p:nvPr>
            <p:ph type="sldNum" idx="12"/>
          </p:nvPr>
        </p:nvSpPr>
        <p:spPr>
          <a:xfrm>
            <a:off x="11296610" y="6217622"/>
            <a:ext cx="731700" cy="524700"/>
          </a:xfrm>
          <a:prstGeom prst="rect">
            <a:avLst/>
          </a:prstGeom>
          <a:noFill/>
          <a:ln>
            <a:noFill/>
          </a:ln>
        </p:spPr>
        <p:txBody>
          <a:bodyPr spcFirstLastPara="1" wrap="square" lIns="121900" tIns="121900" rIns="121900" bIns="121900" anchor="ctr" anchorCtr="0">
            <a:normAutofit/>
          </a:bodyPr>
          <a:lstStyle>
            <a:lvl1pPr marL="0" marR="0" lvl="0"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4"/>
        <p:cNvGrpSpPr/>
        <p:nvPr/>
      </p:nvGrpSpPr>
      <p:grpSpPr>
        <a:xfrm>
          <a:off x="0" y="0"/>
          <a:ext cx="0" cy="0"/>
          <a:chOff x="0" y="0"/>
          <a:chExt cx="0" cy="0"/>
        </a:xfrm>
      </p:grpSpPr>
      <p:sp>
        <p:nvSpPr>
          <p:cNvPr id="25" name="Google Shape;25;g35abda01f67_2_1061"/>
          <p:cNvSpPr txBox="1">
            <a:spLocks noGrp="1"/>
          </p:cNvSpPr>
          <p:nvPr>
            <p:ph type="title"/>
          </p:nvPr>
        </p:nvSpPr>
        <p:spPr>
          <a:xfrm>
            <a:off x="415600" y="593367"/>
            <a:ext cx="11360700" cy="763500"/>
          </a:xfrm>
          <a:prstGeom prst="rect">
            <a:avLst/>
          </a:prstGeom>
          <a:noFill/>
          <a:ln>
            <a:noFill/>
          </a:ln>
        </p:spPr>
        <p:txBody>
          <a:bodyPr spcFirstLastPara="1" wrap="square" lIns="121900" tIns="121900" rIns="121900" bIns="121900" anchor="t" anchorCtr="0">
            <a:normAutofit/>
          </a:bodyPr>
          <a:lstStyle>
            <a:lvl1pPr lvl="0" algn="l">
              <a:lnSpc>
                <a:spcPct val="100000"/>
              </a:lnSpc>
              <a:spcBef>
                <a:spcPts val="0"/>
              </a:spcBef>
              <a:spcAft>
                <a:spcPts val="0"/>
              </a:spcAft>
              <a:buSzPts val="3700"/>
              <a:buNone/>
              <a:defRPr/>
            </a:lvl1pPr>
            <a:lvl2pPr lvl="1" algn="l">
              <a:lnSpc>
                <a:spcPct val="100000"/>
              </a:lnSpc>
              <a:spcBef>
                <a:spcPts val="0"/>
              </a:spcBef>
              <a:spcAft>
                <a:spcPts val="0"/>
              </a:spcAft>
              <a:buSzPts val="3700"/>
              <a:buNone/>
              <a:defRPr/>
            </a:lvl2pPr>
            <a:lvl3pPr lvl="2" algn="l">
              <a:lnSpc>
                <a:spcPct val="100000"/>
              </a:lnSpc>
              <a:spcBef>
                <a:spcPts val="0"/>
              </a:spcBef>
              <a:spcAft>
                <a:spcPts val="0"/>
              </a:spcAft>
              <a:buSzPts val="3700"/>
              <a:buNone/>
              <a:defRPr/>
            </a:lvl3pPr>
            <a:lvl4pPr lvl="3" algn="l">
              <a:lnSpc>
                <a:spcPct val="100000"/>
              </a:lnSpc>
              <a:spcBef>
                <a:spcPts val="0"/>
              </a:spcBef>
              <a:spcAft>
                <a:spcPts val="0"/>
              </a:spcAft>
              <a:buSzPts val="3700"/>
              <a:buNone/>
              <a:defRPr/>
            </a:lvl4pPr>
            <a:lvl5pPr lvl="4" algn="l">
              <a:lnSpc>
                <a:spcPct val="100000"/>
              </a:lnSpc>
              <a:spcBef>
                <a:spcPts val="0"/>
              </a:spcBef>
              <a:spcAft>
                <a:spcPts val="0"/>
              </a:spcAft>
              <a:buSzPts val="3700"/>
              <a:buNone/>
              <a:defRPr/>
            </a:lvl5pPr>
            <a:lvl6pPr lvl="5" algn="l">
              <a:lnSpc>
                <a:spcPct val="100000"/>
              </a:lnSpc>
              <a:spcBef>
                <a:spcPts val="0"/>
              </a:spcBef>
              <a:spcAft>
                <a:spcPts val="0"/>
              </a:spcAft>
              <a:buSzPts val="3700"/>
              <a:buNone/>
              <a:defRPr/>
            </a:lvl6pPr>
            <a:lvl7pPr lvl="6" algn="l">
              <a:lnSpc>
                <a:spcPct val="100000"/>
              </a:lnSpc>
              <a:spcBef>
                <a:spcPts val="0"/>
              </a:spcBef>
              <a:spcAft>
                <a:spcPts val="0"/>
              </a:spcAft>
              <a:buSzPts val="3700"/>
              <a:buNone/>
              <a:defRPr/>
            </a:lvl7pPr>
            <a:lvl8pPr lvl="7" algn="l">
              <a:lnSpc>
                <a:spcPct val="100000"/>
              </a:lnSpc>
              <a:spcBef>
                <a:spcPts val="0"/>
              </a:spcBef>
              <a:spcAft>
                <a:spcPts val="0"/>
              </a:spcAft>
              <a:buSzPts val="3700"/>
              <a:buNone/>
              <a:defRPr/>
            </a:lvl8pPr>
            <a:lvl9pPr lvl="8" algn="l">
              <a:lnSpc>
                <a:spcPct val="100000"/>
              </a:lnSpc>
              <a:spcBef>
                <a:spcPts val="0"/>
              </a:spcBef>
              <a:spcAft>
                <a:spcPts val="0"/>
              </a:spcAft>
              <a:buSzPts val="3700"/>
              <a:buNone/>
              <a:defRPr/>
            </a:lvl9pPr>
          </a:lstStyle>
          <a:p>
            <a:endParaRPr/>
          </a:p>
        </p:txBody>
      </p:sp>
      <p:sp>
        <p:nvSpPr>
          <p:cNvPr id="26" name="Google Shape;26;g35abda01f67_2_1061"/>
          <p:cNvSpPr txBox="1">
            <a:spLocks noGrp="1"/>
          </p:cNvSpPr>
          <p:nvPr>
            <p:ph type="body" idx="1"/>
          </p:nvPr>
        </p:nvSpPr>
        <p:spPr>
          <a:xfrm>
            <a:off x="415600" y="1536633"/>
            <a:ext cx="11360700" cy="4555200"/>
          </a:xfrm>
          <a:prstGeom prst="rect">
            <a:avLst/>
          </a:prstGeom>
          <a:noFill/>
          <a:ln>
            <a:noFill/>
          </a:ln>
        </p:spPr>
        <p:txBody>
          <a:bodyPr spcFirstLastPara="1" wrap="square" lIns="121900" tIns="121900" rIns="121900" bIns="121900" anchor="t" anchorCtr="0">
            <a:normAutofit/>
          </a:bodyPr>
          <a:lstStyle>
            <a:lvl1pPr marL="457200" lvl="0" indent="-381000" algn="l">
              <a:lnSpc>
                <a:spcPct val="115000"/>
              </a:lnSpc>
              <a:spcBef>
                <a:spcPts val="0"/>
              </a:spcBef>
              <a:spcAft>
                <a:spcPts val="0"/>
              </a:spcAft>
              <a:buSzPts val="2400"/>
              <a:buChar char="●"/>
              <a:defRPr/>
            </a:lvl1pPr>
            <a:lvl2pPr marL="914400" lvl="1" indent="-349250" algn="l">
              <a:lnSpc>
                <a:spcPct val="115000"/>
              </a:lnSpc>
              <a:spcBef>
                <a:spcPts val="0"/>
              </a:spcBef>
              <a:spcAft>
                <a:spcPts val="0"/>
              </a:spcAft>
              <a:buSzPts val="1900"/>
              <a:buChar char="○"/>
              <a:defRPr/>
            </a:lvl2pPr>
            <a:lvl3pPr marL="1371600" lvl="2" indent="-349250" algn="l">
              <a:lnSpc>
                <a:spcPct val="115000"/>
              </a:lnSpc>
              <a:spcBef>
                <a:spcPts val="0"/>
              </a:spcBef>
              <a:spcAft>
                <a:spcPts val="0"/>
              </a:spcAft>
              <a:buSzPts val="1900"/>
              <a:buChar char="■"/>
              <a:defRPr/>
            </a:lvl3pPr>
            <a:lvl4pPr marL="1828800" lvl="3" indent="-349250" algn="l">
              <a:lnSpc>
                <a:spcPct val="115000"/>
              </a:lnSpc>
              <a:spcBef>
                <a:spcPts val="0"/>
              </a:spcBef>
              <a:spcAft>
                <a:spcPts val="0"/>
              </a:spcAft>
              <a:buSzPts val="1900"/>
              <a:buChar char="●"/>
              <a:defRPr/>
            </a:lvl4pPr>
            <a:lvl5pPr marL="2286000" lvl="4" indent="-349250" algn="l">
              <a:lnSpc>
                <a:spcPct val="115000"/>
              </a:lnSpc>
              <a:spcBef>
                <a:spcPts val="0"/>
              </a:spcBef>
              <a:spcAft>
                <a:spcPts val="0"/>
              </a:spcAft>
              <a:buSzPts val="1900"/>
              <a:buChar char="○"/>
              <a:defRPr/>
            </a:lvl5pPr>
            <a:lvl6pPr marL="2743200" lvl="5" indent="-349250" algn="l">
              <a:lnSpc>
                <a:spcPct val="115000"/>
              </a:lnSpc>
              <a:spcBef>
                <a:spcPts val="0"/>
              </a:spcBef>
              <a:spcAft>
                <a:spcPts val="0"/>
              </a:spcAft>
              <a:buSzPts val="1900"/>
              <a:buChar char="■"/>
              <a:defRPr/>
            </a:lvl6pPr>
            <a:lvl7pPr marL="3200400" lvl="6" indent="-349250" algn="l">
              <a:lnSpc>
                <a:spcPct val="115000"/>
              </a:lnSpc>
              <a:spcBef>
                <a:spcPts val="0"/>
              </a:spcBef>
              <a:spcAft>
                <a:spcPts val="0"/>
              </a:spcAft>
              <a:buSzPts val="1900"/>
              <a:buChar char="●"/>
              <a:defRPr/>
            </a:lvl7pPr>
            <a:lvl8pPr marL="3657600" lvl="7" indent="-349250" algn="l">
              <a:lnSpc>
                <a:spcPct val="115000"/>
              </a:lnSpc>
              <a:spcBef>
                <a:spcPts val="0"/>
              </a:spcBef>
              <a:spcAft>
                <a:spcPts val="0"/>
              </a:spcAft>
              <a:buSzPts val="1900"/>
              <a:buChar char="○"/>
              <a:defRPr/>
            </a:lvl8pPr>
            <a:lvl9pPr marL="4114800" lvl="8" indent="-349250" algn="l">
              <a:lnSpc>
                <a:spcPct val="115000"/>
              </a:lnSpc>
              <a:spcBef>
                <a:spcPts val="0"/>
              </a:spcBef>
              <a:spcAft>
                <a:spcPts val="0"/>
              </a:spcAft>
              <a:buSzPts val="1900"/>
              <a:buChar char="■"/>
              <a:defRPr/>
            </a:lvl9pPr>
          </a:lstStyle>
          <a:p>
            <a:endParaRPr/>
          </a:p>
        </p:txBody>
      </p:sp>
      <p:sp>
        <p:nvSpPr>
          <p:cNvPr id="27" name="Google Shape;27;g35abda01f67_2_1061"/>
          <p:cNvSpPr txBox="1">
            <a:spLocks noGrp="1"/>
          </p:cNvSpPr>
          <p:nvPr>
            <p:ph type="sldNum" idx="12"/>
          </p:nvPr>
        </p:nvSpPr>
        <p:spPr>
          <a:xfrm>
            <a:off x="11296610" y="6217622"/>
            <a:ext cx="731700" cy="524700"/>
          </a:xfrm>
          <a:prstGeom prst="rect">
            <a:avLst/>
          </a:prstGeom>
          <a:noFill/>
          <a:ln>
            <a:noFill/>
          </a:ln>
        </p:spPr>
        <p:txBody>
          <a:bodyPr spcFirstLastPara="1" wrap="square" lIns="121900" tIns="121900" rIns="121900" bIns="121900" anchor="ctr" anchorCtr="0">
            <a:normAutofit/>
          </a:bodyPr>
          <a:lstStyle>
            <a:lvl1pPr marL="0" marR="0" lvl="0"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8"/>
        <p:cNvGrpSpPr/>
        <p:nvPr/>
      </p:nvGrpSpPr>
      <p:grpSpPr>
        <a:xfrm>
          <a:off x="0" y="0"/>
          <a:ext cx="0" cy="0"/>
          <a:chOff x="0" y="0"/>
          <a:chExt cx="0" cy="0"/>
        </a:xfrm>
      </p:grpSpPr>
      <p:sp>
        <p:nvSpPr>
          <p:cNvPr id="29" name="Google Shape;29;g35abda01f67_2_1065"/>
          <p:cNvSpPr txBox="1">
            <a:spLocks noGrp="1"/>
          </p:cNvSpPr>
          <p:nvPr>
            <p:ph type="title"/>
          </p:nvPr>
        </p:nvSpPr>
        <p:spPr>
          <a:xfrm>
            <a:off x="415600" y="593367"/>
            <a:ext cx="11360700" cy="763500"/>
          </a:xfrm>
          <a:prstGeom prst="rect">
            <a:avLst/>
          </a:prstGeom>
          <a:noFill/>
          <a:ln>
            <a:noFill/>
          </a:ln>
        </p:spPr>
        <p:txBody>
          <a:bodyPr spcFirstLastPara="1" wrap="square" lIns="121900" tIns="121900" rIns="121900" bIns="121900" anchor="t" anchorCtr="0">
            <a:normAutofit/>
          </a:bodyPr>
          <a:lstStyle>
            <a:lvl1pPr lvl="0" algn="l">
              <a:lnSpc>
                <a:spcPct val="100000"/>
              </a:lnSpc>
              <a:spcBef>
                <a:spcPts val="0"/>
              </a:spcBef>
              <a:spcAft>
                <a:spcPts val="0"/>
              </a:spcAft>
              <a:buSzPts val="3700"/>
              <a:buNone/>
              <a:defRPr/>
            </a:lvl1pPr>
            <a:lvl2pPr lvl="1" algn="l">
              <a:lnSpc>
                <a:spcPct val="100000"/>
              </a:lnSpc>
              <a:spcBef>
                <a:spcPts val="0"/>
              </a:spcBef>
              <a:spcAft>
                <a:spcPts val="0"/>
              </a:spcAft>
              <a:buSzPts val="3700"/>
              <a:buNone/>
              <a:defRPr/>
            </a:lvl2pPr>
            <a:lvl3pPr lvl="2" algn="l">
              <a:lnSpc>
                <a:spcPct val="100000"/>
              </a:lnSpc>
              <a:spcBef>
                <a:spcPts val="0"/>
              </a:spcBef>
              <a:spcAft>
                <a:spcPts val="0"/>
              </a:spcAft>
              <a:buSzPts val="3700"/>
              <a:buNone/>
              <a:defRPr/>
            </a:lvl3pPr>
            <a:lvl4pPr lvl="3" algn="l">
              <a:lnSpc>
                <a:spcPct val="100000"/>
              </a:lnSpc>
              <a:spcBef>
                <a:spcPts val="0"/>
              </a:spcBef>
              <a:spcAft>
                <a:spcPts val="0"/>
              </a:spcAft>
              <a:buSzPts val="3700"/>
              <a:buNone/>
              <a:defRPr/>
            </a:lvl4pPr>
            <a:lvl5pPr lvl="4" algn="l">
              <a:lnSpc>
                <a:spcPct val="100000"/>
              </a:lnSpc>
              <a:spcBef>
                <a:spcPts val="0"/>
              </a:spcBef>
              <a:spcAft>
                <a:spcPts val="0"/>
              </a:spcAft>
              <a:buSzPts val="3700"/>
              <a:buNone/>
              <a:defRPr/>
            </a:lvl5pPr>
            <a:lvl6pPr lvl="5" algn="l">
              <a:lnSpc>
                <a:spcPct val="100000"/>
              </a:lnSpc>
              <a:spcBef>
                <a:spcPts val="0"/>
              </a:spcBef>
              <a:spcAft>
                <a:spcPts val="0"/>
              </a:spcAft>
              <a:buSzPts val="3700"/>
              <a:buNone/>
              <a:defRPr/>
            </a:lvl6pPr>
            <a:lvl7pPr lvl="6" algn="l">
              <a:lnSpc>
                <a:spcPct val="100000"/>
              </a:lnSpc>
              <a:spcBef>
                <a:spcPts val="0"/>
              </a:spcBef>
              <a:spcAft>
                <a:spcPts val="0"/>
              </a:spcAft>
              <a:buSzPts val="3700"/>
              <a:buNone/>
              <a:defRPr/>
            </a:lvl7pPr>
            <a:lvl8pPr lvl="7" algn="l">
              <a:lnSpc>
                <a:spcPct val="100000"/>
              </a:lnSpc>
              <a:spcBef>
                <a:spcPts val="0"/>
              </a:spcBef>
              <a:spcAft>
                <a:spcPts val="0"/>
              </a:spcAft>
              <a:buSzPts val="3700"/>
              <a:buNone/>
              <a:defRPr/>
            </a:lvl8pPr>
            <a:lvl9pPr lvl="8" algn="l">
              <a:lnSpc>
                <a:spcPct val="100000"/>
              </a:lnSpc>
              <a:spcBef>
                <a:spcPts val="0"/>
              </a:spcBef>
              <a:spcAft>
                <a:spcPts val="0"/>
              </a:spcAft>
              <a:buSzPts val="3700"/>
              <a:buNone/>
              <a:defRPr/>
            </a:lvl9pPr>
          </a:lstStyle>
          <a:p>
            <a:endParaRPr/>
          </a:p>
        </p:txBody>
      </p:sp>
      <p:sp>
        <p:nvSpPr>
          <p:cNvPr id="30" name="Google Shape;30;g35abda01f67_2_1065"/>
          <p:cNvSpPr txBox="1">
            <a:spLocks noGrp="1"/>
          </p:cNvSpPr>
          <p:nvPr>
            <p:ph type="body" idx="1"/>
          </p:nvPr>
        </p:nvSpPr>
        <p:spPr>
          <a:xfrm>
            <a:off x="415600" y="1536633"/>
            <a:ext cx="5333100" cy="4555200"/>
          </a:xfrm>
          <a:prstGeom prst="rect">
            <a:avLst/>
          </a:prstGeom>
          <a:noFill/>
          <a:ln>
            <a:noFill/>
          </a:ln>
        </p:spPr>
        <p:txBody>
          <a:bodyPr spcFirstLastPara="1" wrap="square" lIns="121900" tIns="121900" rIns="121900" bIns="121900" anchor="t" anchorCtr="0">
            <a:normAutofit/>
          </a:bodyPr>
          <a:lstStyle>
            <a:lvl1pPr marL="457200" lvl="0" indent="-349250" algn="l">
              <a:lnSpc>
                <a:spcPct val="115000"/>
              </a:lnSpc>
              <a:spcBef>
                <a:spcPts val="0"/>
              </a:spcBef>
              <a:spcAft>
                <a:spcPts val="0"/>
              </a:spcAft>
              <a:buSzPts val="1900"/>
              <a:buChar char="●"/>
              <a:defRPr sz="1900"/>
            </a:lvl1pPr>
            <a:lvl2pPr marL="914400" lvl="1" indent="-330200" algn="l">
              <a:lnSpc>
                <a:spcPct val="115000"/>
              </a:lnSpc>
              <a:spcBef>
                <a:spcPts val="0"/>
              </a:spcBef>
              <a:spcAft>
                <a:spcPts val="0"/>
              </a:spcAft>
              <a:buSzPts val="1600"/>
              <a:buChar char="○"/>
              <a:defRPr sz="1600"/>
            </a:lvl2pPr>
            <a:lvl3pPr marL="1371600" lvl="2" indent="-330200" algn="l">
              <a:lnSpc>
                <a:spcPct val="115000"/>
              </a:lnSpc>
              <a:spcBef>
                <a:spcPts val="0"/>
              </a:spcBef>
              <a:spcAft>
                <a:spcPts val="0"/>
              </a:spcAft>
              <a:buSzPts val="1600"/>
              <a:buChar char="■"/>
              <a:defRPr sz="1600"/>
            </a:lvl3pPr>
            <a:lvl4pPr marL="1828800" lvl="3" indent="-330200" algn="l">
              <a:lnSpc>
                <a:spcPct val="115000"/>
              </a:lnSpc>
              <a:spcBef>
                <a:spcPts val="0"/>
              </a:spcBef>
              <a:spcAft>
                <a:spcPts val="0"/>
              </a:spcAft>
              <a:buSzPts val="1600"/>
              <a:buChar char="●"/>
              <a:defRPr sz="1600"/>
            </a:lvl4pPr>
            <a:lvl5pPr marL="2286000" lvl="4" indent="-330200" algn="l">
              <a:lnSpc>
                <a:spcPct val="115000"/>
              </a:lnSpc>
              <a:spcBef>
                <a:spcPts val="0"/>
              </a:spcBef>
              <a:spcAft>
                <a:spcPts val="0"/>
              </a:spcAft>
              <a:buSzPts val="1600"/>
              <a:buChar char="○"/>
              <a:defRPr sz="1600"/>
            </a:lvl5pPr>
            <a:lvl6pPr marL="2743200" lvl="5" indent="-330200" algn="l">
              <a:lnSpc>
                <a:spcPct val="115000"/>
              </a:lnSpc>
              <a:spcBef>
                <a:spcPts val="0"/>
              </a:spcBef>
              <a:spcAft>
                <a:spcPts val="0"/>
              </a:spcAft>
              <a:buSzPts val="1600"/>
              <a:buChar char="■"/>
              <a:defRPr sz="1600"/>
            </a:lvl6pPr>
            <a:lvl7pPr marL="3200400" lvl="6" indent="-330200" algn="l">
              <a:lnSpc>
                <a:spcPct val="115000"/>
              </a:lnSpc>
              <a:spcBef>
                <a:spcPts val="0"/>
              </a:spcBef>
              <a:spcAft>
                <a:spcPts val="0"/>
              </a:spcAft>
              <a:buSzPts val="1600"/>
              <a:buChar char="●"/>
              <a:defRPr sz="1600"/>
            </a:lvl7pPr>
            <a:lvl8pPr marL="3657600" lvl="7" indent="-330200" algn="l">
              <a:lnSpc>
                <a:spcPct val="115000"/>
              </a:lnSpc>
              <a:spcBef>
                <a:spcPts val="0"/>
              </a:spcBef>
              <a:spcAft>
                <a:spcPts val="0"/>
              </a:spcAft>
              <a:buSzPts val="1600"/>
              <a:buChar char="○"/>
              <a:defRPr sz="1600"/>
            </a:lvl8pPr>
            <a:lvl9pPr marL="4114800" lvl="8" indent="-330200" algn="l">
              <a:lnSpc>
                <a:spcPct val="115000"/>
              </a:lnSpc>
              <a:spcBef>
                <a:spcPts val="0"/>
              </a:spcBef>
              <a:spcAft>
                <a:spcPts val="0"/>
              </a:spcAft>
              <a:buSzPts val="1600"/>
              <a:buChar char="■"/>
              <a:defRPr sz="1600"/>
            </a:lvl9pPr>
          </a:lstStyle>
          <a:p>
            <a:endParaRPr/>
          </a:p>
        </p:txBody>
      </p:sp>
      <p:sp>
        <p:nvSpPr>
          <p:cNvPr id="31" name="Google Shape;31;g35abda01f67_2_1065"/>
          <p:cNvSpPr txBox="1">
            <a:spLocks noGrp="1"/>
          </p:cNvSpPr>
          <p:nvPr>
            <p:ph type="body" idx="2"/>
          </p:nvPr>
        </p:nvSpPr>
        <p:spPr>
          <a:xfrm>
            <a:off x="6443200" y="1536633"/>
            <a:ext cx="5333100" cy="4555200"/>
          </a:xfrm>
          <a:prstGeom prst="rect">
            <a:avLst/>
          </a:prstGeom>
          <a:noFill/>
          <a:ln>
            <a:noFill/>
          </a:ln>
        </p:spPr>
        <p:txBody>
          <a:bodyPr spcFirstLastPara="1" wrap="square" lIns="121900" tIns="121900" rIns="121900" bIns="121900" anchor="t" anchorCtr="0">
            <a:normAutofit/>
          </a:bodyPr>
          <a:lstStyle>
            <a:lvl1pPr marL="457200" lvl="0" indent="-349250" algn="l">
              <a:lnSpc>
                <a:spcPct val="115000"/>
              </a:lnSpc>
              <a:spcBef>
                <a:spcPts val="0"/>
              </a:spcBef>
              <a:spcAft>
                <a:spcPts val="0"/>
              </a:spcAft>
              <a:buSzPts val="1900"/>
              <a:buChar char="●"/>
              <a:defRPr sz="1900"/>
            </a:lvl1pPr>
            <a:lvl2pPr marL="914400" lvl="1" indent="-330200" algn="l">
              <a:lnSpc>
                <a:spcPct val="115000"/>
              </a:lnSpc>
              <a:spcBef>
                <a:spcPts val="0"/>
              </a:spcBef>
              <a:spcAft>
                <a:spcPts val="0"/>
              </a:spcAft>
              <a:buSzPts val="1600"/>
              <a:buChar char="○"/>
              <a:defRPr sz="1600"/>
            </a:lvl2pPr>
            <a:lvl3pPr marL="1371600" lvl="2" indent="-330200" algn="l">
              <a:lnSpc>
                <a:spcPct val="115000"/>
              </a:lnSpc>
              <a:spcBef>
                <a:spcPts val="0"/>
              </a:spcBef>
              <a:spcAft>
                <a:spcPts val="0"/>
              </a:spcAft>
              <a:buSzPts val="1600"/>
              <a:buChar char="■"/>
              <a:defRPr sz="1600"/>
            </a:lvl3pPr>
            <a:lvl4pPr marL="1828800" lvl="3" indent="-330200" algn="l">
              <a:lnSpc>
                <a:spcPct val="115000"/>
              </a:lnSpc>
              <a:spcBef>
                <a:spcPts val="0"/>
              </a:spcBef>
              <a:spcAft>
                <a:spcPts val="0"/>
              </a:spcAft>
              <a:buSzPts val="1600"/>
              <a:buChar char="●"/>
              <a:defRPr sz="1600"/>
            </a:lvl4pPr>
            <a:lvl5pPr marL="2286000" lvl="4" indent="-330200" algn="l">
              <a:lnSpc>
                <a:spcPct val="115000"/>
              </a:lnSpc>
              <a:spcBef>
                <a:spcPts val="0"/>
              </a:spcBef>
              <a:spcAft>
                <a:spcPts val="0"/>
              </a:spcAft>
              <a:buSzPts val="1600"/>
              <a:buChar char="○"/>
              <a:defRPr sz="1600"/>
            </a:lvl5pPr>
            <a:lvl6pPr marL="2743200" lvl="5" indent="-330200" algn="l">
              <a:lnSpc>
                <a:spcPct val="115000"/>
              </a:lnSpc>
              <a:spcBef>
                <a:spcPts val="0"/>
              </a:spcBef>
              <a:spcAft>
                <a:spcPts val="0"/>
              </a:spcAft>
              <a:buSzPts val="1600"/>
              <a:buChar char="■"/>
              <a:defRPr sz="1600"/>
            </a:lvl6pPr>
            <a:lvl7pPr marL="3200400" lvl="6" indent="-330200" algn="l">
              <a:lnSpc>
                <a:spcPct val="115000"/>
              </a:lnSpc>
              <a:spcBef>
                <a:spcPts val="0"/>
              </a:spcBef>
              <a:spcAft>
                <a:spcPts val="0"/>
              </a:spcAft>
              <a:buSzPts val="1600"/>
              <a:buChar char="●"/>
              <a:defRPr sz="1600"/>
            </a:lvl7pPr>
            <a:lvl8pPr marL="3657600" lvl="7" indent="-330200" algn="l">
              <a:lnSpc>
                <a:spcPct val="115000"/>
              </a:lnSpc>
              <a:spcBef>
                <a:spcPts val="0"/>
              </a:spcBef>
              <a:spcAft>
                <a:spcPts val="0"/>
              </a:spcAft>
              <a:buSzPts val="1600"/>
              <a:buChar char="○"/>
              <a:defRPr sz="1600"/>
            </a:lvl8pPr>
            <a:lvl9pPr marL="4114800" lvl="8" indent="-330200" algn="l">
              <a:lnSpc>
                <a:spcPct val="115000"/>
              </a:lnSpc>
              <a:spcBef>
                <a:spcPts val="0"/>
              </a:spcBef>
              <a:spcAft>
                <a:spcPts val="0"/>
              </a:spcAft>
              <a:buSzPts val="1600"/>
              <a:buChar char="■"/>
              <a:defRPr sz="1600"/>
            </a:lvl9pPr>
          </a:lstStyle>
          <a:p>
            <a:endParaRPr/>
          </a:p>
        </p:txBody>
      </p:sp>
      <p:sp>
        <p:nvSpPr>
          <p:cNvPr id="32" name="Google Shape;32;g35abda01f67_2_1065"/>
          <p:cNvSpPr txBox="1">
            <a:spLocks noGrp="1"/>
          </p:cNvSpPr>
          <p:nvPr>
            <p:ph type="sldNum" idx="12"/>
          </p:nvPr>
        </p:nvSpPr>
        <p:spPr>
          <a:xfrm>
            <a:off x="11296610" y="6217622"/>
            <a:ext cx="731700" cy="524700"/>
          </a:xfrm>
          <a:prstGeom prst="rect">
            <a:avLst/>
          </a:prstGeom>
          <a:noFill/>
          <a:ln>
            <a:noFill/>
          </a:ln>
        </p:spPr>
        <p:txBody>
          <a:bodyPr spcFirstLastPara="1" wrap="square" lIns="121900" tIns="121900" rIns="121900" bIns="121900" anchor="ctr" anchorCtr="0">
            <a:normAutofit/>
          </a:bodyPr>
          <a:lstStyle>
            <a:lvl1pPr marL="0" marR="0" lvl="0"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3"/>
        <p:cNvGrpSpPr/>
        <p:nvPr/>
      </p:nvGrpSpPr>
      <p:grpSpPr>
        <a:xfrm>
          <a:off x="0" y="0"/>
          <a:ext cx="0" cy="0"/>
          <a:chOff x="0" y="0"/>
          <a:chExt cx="0" cy="0"/>
        </a:xfrm>
      </p:grpSpPr>
      <p:sp>
        <p:nvSpPr>
          <p:cNvPr id="34" name="Google Shape;34;g35abda01f67_2_1070"/>
          <p:cNvSpPr txBox="1">
            <a:spLocks noGrp="1"/>
          </p:cNvSpPr>
          <p:nvPr>
            <p:ph type="title"/>
          </p:nvPr>
        </p:nvSpPr>
        <p:spPr>
          <a:xfrm>
            <a:off x="415600" y="593367"/>
            <a:ext cx="11360700" cy="763500"/>
          </a:xfrm>
          <a:prstGeom prst="rect">
            <a:avLst/>
          </a:prstGeom>
          <a:noFill/>
          <a:ln>
            <a:noFill/>
          </a:ln>
        </p:spPr>
        <p:txBody>
          <a:bodyPr spcFirstLastPara="1" wrap="square" lIns="121900" tIns="121900" rIns="121900" bIns="121900" anchor="t" anchorCtr="0">
            <a:normAutofit/>
          </a:bodyPr>
          <a:lstStyle>
            <a:lvl1pPr lvl="0" algn="l">
              <a:lnSpc>
                <a:spcPct val="100000"/>
              </a:lnSpc>
              <a:spcBef>
                <a:spcPts val="0"/>
              </a:spcBef>
              <a:spcAft>
                <a:spcPts val="0"/>
              </a:spcAft>
              <a:buSzPts val="3700"/>
              <a:buNone/>
              <a:defRPr/>
            </a:lvl1pPr>
            <a:lvl2pPr lvl="1" algn="l">
              <a:lnSpc>
                <a:spcPct val="100000"/>
              </a:lnSpc>
              <a:spcBef>
                <a:spcPts val="0"/>
              </a:spcBef>
              <a:spcAft>
                <a:spcPts val="0"/>
              </a:spcAft>
              <a:buSzPts val="3700"/>
              <a:buNone/>
              <a:defRPr/>
            </a:lvl2pPr>
            <a:lvl3pPr lvl="2" algn="l">
              <a:lnSpc>
                <a:spcPct val="100000"/>
              </a:lnSpc>
              <a:spcBef>
                <a:spcPts val="0"/>
              </a:spcBef>
              <a:spcAft>
                <a:spcPts val="0"/>
              </a:spcAft>
              <a:buSzPts val="3700"/>
              <a:buNone/>
              <a:defRPr/>
            </a:lvl3pPr>
            <a:lvl4pPr lvl="3" algn="l">
              <a:lnSpc>
                <a:spcPct val="100000"/>
              </a:lnSpc>
              <a:spcBef>
                <a:spcPts val="0"/>
              </a:spcBef>
              <a:spcAft>
                <a:spcPts val="0"/>
              </a:spcAft>
              <a:buSzPts val="3700"/>
              <a:buNone/>
              <a:defRPr/>
            </a:lvl4pPr>
            <a:lvl5pPr lvl="4" algn="l">
              <a:lnSpc>
                <a:spcPct val="100000"/>
              </a:lnSpc>
              <a:spcBef>
                <a:spcPts val="0"/>
              </a:spcBef>
              <a:spcAft>
                <a:spcPts val="0"/>
              </a:spcAft>
              <a:buSzPts val="3700"/>
              <a:buNone/>
              <a:defRPr/>
            </a:lvl5pPr>
            <a:lvl6pPr lvl="5" algn="l">
              <a:lnSpc>
                <a:spcPct val="100000"/>
              </a:lnSpc>
              <a:spcBef>
                <a:spcPts val="0"/>
              </a:spcBef>
              <a:spcAft>
                <a:spcPts val="0"/>
              </a:spcAft>
              <a:buSzPts val="3700"/>
              <a:buNone/>
              <a:defRPr/>
            </a:lvl6pPr>
            <a:lvl7pPr lvl="6" algn="l">
              <a:lnSpc>
                <a:spcPct val="100000"/>
              </a:lnSpc>
              <a:spcBef>
                <a:spcPts val="0"/>
              </a:spcBef>
              <a:spcAft>
                <a:spcPts val="0"/>
              </a:spcAft>
              <a:buSzPts val="3700"/>
              <a:buNone/>
              <a:defRPr/>
            </a:lvl7pPr>
            <a:lvl8pPr lvl="7" algn="l">
              <a:lnSpc>
                <a:spcPct val="100000"/>
              </a:lnSpc>
              <a:spcBef>
                <a:spcPts val="0"/>
              </a:spcBef>
              <a:spcAft>
                <a:spcPts val="0"/>
              </a:spcAft>
              <a:buSzPts val="3700"/>
              <a:buNone/>
              <a:defRPr/>
            </a:lvl8pPr>
            <a:lvl9pPr lvl="8" algn="l">
              <a:lnSpc>
                <a:spcPct val="100000"/>
              </a:lnSpc>
              <a:spcBef>
                <a:spcPts val="0"/>
              </a:spcBef>
              <a:spcAft>
                <a:spcPts val="0"/>
              </a:spcAft>
              <a:buSzPts val="3700"/>
              <a:buNone/>
              <a:defRPr/>
            </a:lvl9pPr>
          </a:lstStyle>
          <a:p>
            <a:endParaRPr/>
          </a:p>
        </p:txBody>
      </p:sp>
      <p:sp>
        <p:nvSpPr>
          <p:cNvPr id="35" name="Google Shape;35;g35abda01f67_2_1070"/>
          <p:cNvSpPr txBox="1">
            <a:spLocks noGrp="1"/>
          </p:cNvSpPr>
          <p:nvPr>
            <p:ph type="sldNum" idx="12"/>
          </p:nvPr>
        </p:nvSpPr>
        <p:spPr>
          <a:xfrm>
            <a:off x="11296610" y="6217622"/>
            <a:ext cx="731700" cy="524700"/>
          </a:xfrm>
          <a:prstGeom prst="rect">
            <a:avLst/>
          </a:prstGeom>
          <a:noFill/>
          <a:ln>
            <a:noFill/>
          </a:ln>
        </p:spPr>
        <p:txBody>
          <a:bodyPr spcFirstLastPara="1" wrap="square" lIns="121900" tIns="121900" rIns="121900" bIns="121900" anchor="ctr" anchorCtr="0">
            <a:normAutofit/>
          </a:bodyPr>
          <a:lstStyle>
            <a:lvl1pPr marL="0" marR="0" lvl="0"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6"/>
        <p:cNvGrpSpPr/>
        <p:nvPr/>
      </p:nvGrpSpPr>
      <p:grpSpPr>
        <a:xfrm>
          <a:off x="0" y="0"/>
          <a:ext cx="0" cy="0"/>
          <a:chOff x="0" y="0"/>
          <a:chExt cx="0" cy="0"/>
        </a:xfrm>
      </p:grpSpPr>
      <p:sp>
        <p:nvSpPr>
          <p:cNvPr id="37" name="Google Shape;37;g35abda01f67_2_1073"/>
          <p:cNvSpPr txBox="1">
            <a:spLocks noGrp="1"/>
          </p:cNvSpPr>
          <p:nvPr>
            <p:ph type="title"/>
          </p:nvPr>
        </p:nvSpPr>
        <p:spPr>
          <a:xfrm>
            <a:off x="415600" y="740800"/>
            <a:ext cx="3744000" cy="1007700"/>
          </a:xfrm>
          <a:prstGeom prst="rect">
            <a:avLst/>
          </a:prstGeom>
          <a:noFill/>
          <a:ln>
            <a:noFill/>
          </a:ln>
        </p:spPr>
        <p:txBody>
          <a:bodyPr spcFirstLastPara="1" wrap="square" lIns="121900" tIns="121900" rIns="121900" bIns="121900" anchor="b" anchorCtr="0">
            <a:normAutofit/>
          </a:bodyPr>
          <a:lstStyle>
            <a:lvl1pPr lvl="0" algn="l">
              <a:lnSpc>
                <a:spcPct val="100000"/>
              </a:lnSpc>
              <a:spcBef>
                <a:spcPts val="0"/>
              </a:spcBef>
              <a:spcAft>
                <a:spcPts val="0"/>
              </a:spcAft>
              <a:buSzPts val="3200"/>
              <a:buNone/>
              <a:defRPr sz="3200"/>
            </a:lvl1pPr>
            <a:lvl2pPr lvl="1" algn="l">
              <a:lnSpc>
                <a:spcPct val="100000"/>
              </a:lnSpc>
              <a:spcBef>
                <a:spcPts val="0"/>
              </a:spcBef>
              <a:spcAft>
                <a:spcPts val="0"/>
              </a:spcAft>
              <a:buSzPts val="3200"/>
              <a:buNone/>
              <a:defRPr sz="3200"/>
            </a:lvl2pPr>
            <a:lvl3pPr lvl="2" algn="l">
              <a:lnSpc>
                <a:spcPct val="100000"/>
              </a:lnSpc>
              <a:spcBef>
                <a:spcPts val="0"/>
              </a:spcBef>
              <a:spcAft>
                <a:spcPts val="0"/>
              </a:spcAft>
              <a:buSzPts val="3200"/>
              <a:buNone/>
              <a:defRPr sz="3200"/>
            </a:lvl3pPr>
            <a:lvl4pPr lvl="3" algn="l">
              <a:lnSpc>
                <a:spcPct val="100000"/>
              </a:lnSpc>
              <a:spcBef>
                <a:spcPts val="0"/>
              </a:spcBef>
              <a:spcAft>
                <a:spcPts val="0"/>
              </a:spcAft>
              <a:buSzPts val="3200"/>
              <a:buNone/>
              <a:defRPr sz="3200"/>
            </a:lvl4pPr>
            <a:lvl5pPr lvl="4" algn="l">
              <a:lnSpc>
                <a:spcPct val="100000"/>
              </a:lnSpc>
              <a:spcBef>
                <a:spcPts val="0"/>
              </a:spcBef>
              <a:spcAft>
                <a:spcPts val="0"/>
              </a:spcAft>
              <a:buSzPts val="3200"/>
              <a:buNone/>
              <a:defRPr sz="3200"/>
            </a:lvl5pPr>
            <a:lvl6pPr lvl="5" algn="l">
              <a:lnSpc>
                <a:spcPct val="100000"/>
              </a:lnSpc>
              <a:spcBef>
                <a:spcPts val="0"/>
              </a:spcBef>
              <a:spcAft>
                <a:spcPts val="0"/>
              </a:spcAft>
              <a:buSzPts val="3200"/>
              <a:buNone/>
              <a:defRPr sz="3200"/>
            </a:lvl6pPr>
            <a:lvl7pPr lvl="6" algn="l">
              <a:lnSpc>
                <a:spcPct val="100000"/>
              </a:lnSpc>
              <a:spcBef>
                <a:spcPts val="0"/>
              </a:spcBef>
              <a:spcAft>
                <a:spcPts val="0"/>
              </a:spcAft>
              <a:buSzPts val="3200"/>
              <a:buNone/>
              <a:defRPr sz="3200"/>
            </a:lvl7pPr>
            <a:lvl8pPr lvl="7" algn="l">
              <a:lnSpc>
                <a:spcPct val="100000"/>
              </a:lnSpc>
              <a:spcBef>
                <a:spcPts val="0"/>
              </a:spcBef>
              <a:spcAft>
                <a:spcPts val="0"/>
              </a:spcAft>
              <a:buSzPts val="3200"/>
              <a:buNone/>
              <a:defRPr sz="3200"/>
            </a:lvl8pPr>
            <a:lvl9pPr lvl="8" algn="l">
              <a:lnSpc>
                <a:spcPct val="100000"/>
              </a:lnSpc>
              <a:spcBef>
                <a:spcPts val="0"/>
              </a:spcBef>
              <a:spcAft>
                <a:spcPts val="0"/>
              </a:spcAft>
              <a:buSzPts val="3200"/>
              <a:buNone/>
              <a:defRPr sz="3200"/>
            </a:lvl9pPr>
          </a:lstStyle>
          <a:p>
            <a:endParaRPr/>
          </a:p>
        </p:txBody>
      </p:sp>
      <p:sp>
        <p:nvSpPr>
          <p:cNvPr id="38" name="Google Shape;38;g35abda01f67_2_1073"/>
          <p:cNvSpPr txBox="1">
            <a:spLocks noGrp="1"/>
          </p:cNvSpPr>
          <p:nvPr>
            <p:ph type="body" idx="1"/>
          </p:nvPr>
        </p:nvSpPr>
        <p:spPr>
          <a:xfrm>
            <a:off x="415600" y="1852800"/>
            <a:ext cx="3744000" cy="4239300"/>
          </a:xfrm>
          <a:prstGeom prst="rect">
            <a:avLst/>
          </a:prstGeom>
          <a:noFill/>
          <a:ln>
            <a:noFill/>
          </a:ln>
        </p:spPr>
        <p:txBody>
          <a:bodyPr spcFirstLastPara="1" wrap="square" lIns="121900" tIns="121900" rIns="121900" bIns="121900" anchor="t" anchorCtr="0">
            <a:normAutofit/>
          </a:bodyPr>
          <a:lstStyle>
            <a:lvl1pPr marL="457200" lvl="0" indent="-330200" algn="l">
              <a:lnSpc>
                <a:spcPct val="115000"/>
              </a:lnSpc>
              <a:spcBef>
                <a:spcPts val="0"/>
              </a:spcBef>
              <a:spcAft>
                <a:spcPts val="0"/>
              </a:spcAft>
              <a:buSzPts val="1600"/>
              <a:buChar char="●"/>
              <a:defRPr sz="1600"/>
            </a:lvl1pPr>
            <a:lvl2pPr marL="914400" lvl="1" indent="-330200" algn="l">
              <a:lnSpc>
                <a:spcPct val="115000"/>
              </a:lnSpc>
              <a:spcBef>
                <a:spcPts val="0"/>
              </a:spcBef>
              <a:spcAft>
                <a:spcPts val="0"/>
              </a:spcAft>
              <a:buSzPts val="1600"/>
              <a:buChar char="○"/>
              <a:defRPr sz="1600"/>
            </a:lvl2pPr>
            <a:lvl3pPr marL="1371600" lvl="2" indent="-330200" algn="l">
              <a:lnSpc>
                <a:spcPct val="115000"/>
              </a:lnSpc>
              <a:spcBef>
                <a:spcPts val="0"/>
              </a:spcBef>
              <a:spcAft>
                <a:spcPts val="0"/>
              </a:spcAft>
              <a:buSzPts val="1600"/>
              <a:buChar char="■"/>
              <a:defRPr sz="1600"/>
            </a:lvl3pPr>
            <a:lvl4pPr marL="1828800" lvl="3" indent="-330200" algn="l">
              <a:lnSpc>
                <a:spcPct val="115000"/>
              </a:lnSpc>
              <a:spcBef>
                <a:spcPts val="0"/>
              </a:spcBef>
              <a:spcAft>
                <a:spcPts val="0"/>
              </a:spcAft>
              <a:buSzPts val="1600"/>
              <a:buChar char="●"/>
              <a:defRPr sz="1600"/>
            </a:lvl4pPr>
            <a:lvl5pPr marL="2286000" lvl="4" indent="-330200" algn="l">
              <a:lnSpc>
                <a:spcPct val="115000"/>
              </a:lnSpc>
              <a:spcBef>
                <a:spcPts val="0"/>
              </a:spcBef>
              <a:spcAft>
                <a:spcPts val="0"/>
              </a:spcAft>
              <a:buSzPts val="1600"/>
              <a:buChar char="○"/>
              <a:defRPr sz="1600"/>
            </a:lvl5pPr>
            <a:lvl6pPr marL="2743200" lvl="5" indent="-330200" algn="l">
              <a:lnSpc>
                <a:spcPct val="115000"/>
              </a:lnSpc>
              <a:spcBef>
                <a:spcPts val="0"/>
              </a:spcBef>
              <a:spcAft>
                <a:spcPts val="0"/>
              </a:spcAft>
              <a:buSzPts val="1600"/>
              <a:buChar char="■"/>
              <a:defRPr sz="1600"/>
            </a:lvl6pPr>
            <a:lvl7pPr marL="3200400" lvl="6" indent="-330200" algn="l">
              <a:lnSpc>
                <a:spcPct val="115000"/>
              </a:lnSpc>
              <a:spcBef>
                <a:spcPts val="0"/>
              </a:spcBef>
              <a:spcAft>
                <a:spcPts val="0"/>
              </a:spcAft>
              <a:buSzPts val="1600"/>
              <a:buChar char="●"/>
              <a:defRPr sz="1600"/>
            </a:lvl7pPr>
            <a:lvl8pPr marL="3657600" lvl="7" indent="-330200" algn="l">
              <a:lnSpc>
                <a:spcPct val="115000"/>
              </a:lnSpc>
              <a:spcBef>
                <a:spcPts val="0"/>
              </a:spcBef>
              <a:spcAft>
                <a:spcPts val="0"/>
              </a:spcAft>
              <a:buSzPts val="1600"/>
              <a:buChar char="○"/>
              <a:defRPr sz="1600"/>
            </a:lvl8pPr>
            <a:lvl9pPr marL="4114800" lvl="8" indent="-330200" algn="l">
              <a:lnSpc>
                <a:spcPct val="115000"/>
              </a:lnSpc>
              <a:spcBef>
                <a:spcPts val="0"/>
              </a:spcBef>
              <a:spcAft>
                <a:spcPts val="0"/>
              </a:spcAft>
              <a:buSzPts val="1600"/>
              <a:buChar char="■"/>
              <a:defRPr sz="1600"/>
            </a:lvl9pPr>
          </a:lstStyle>
          <a:p>
            <a:endParaRPr/>
          </a:p>
        </p:txBody>
      </p:sp>
      <p:sp>
        <p:nvSpPr>
          <p:cNvPr id="39" name="Google Shape;39;g35abda01f67_2_1073"/>
          <p:cNvSpPr txBox="1">
            <a:spLocks noGrp="1"/>
          </p:cNvSpPr>
          <p:nvPr>
            <p:ph type="sldNum" idx="12"/>
          </p:nvPr>
        </p:nvSpPr>
        <p:spPr>
          <a:xfrm>
            <a:off x="11296610" y="6217622"/>
            <a:ext cx="731700" cy="524700"/>
          </a:xfrm>
          <a:prstGeom prst="rect">
            <a:avLst/>
          </a:prstGeom>
          <a:noFill/>
          <a:ln>
            <a:noFill/>
          </a:ln>
        </p:spPr>
        <p:txBody>
          <a:bodyPr spcFirstLastPara="1" wrap="square" lIns="121900" tIns="121900" rIns="121900" bIns="121900" anchor="ctr" anchorCtr="0">
            <a:normAutofit/>
          </a:bodyPr>
          <a:lstStyle>
            <a:lvl1pPr marL="0" marR="0" lvl="0"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40"/>
        <p:cNvGrpSpPr/>
        <p:nvPr/>
      </p:nvGrpSpPr>
      <p:grpSpPr>
        <a:xfrm>
          <a:off x="0" y="0"/>
          <a:ext cx="0" cy="0"/>
          <a:chOff x="0" y="0"/>
          <a:chExt cx="0" cy="0"/>
        </a:xfrm>
      </p:grpSpPr>
      <p:sp>
        <p:nvSpPr>
          <p:cNvPr id="41" name="Google Shape;41;g35abda01f67_2_1077"/>
          <p:cNvSpPr txBox="1">
            <a:spLocks noGrp="1"/>
          </p:cNvSpPr>
          <p:nvPr>
            <p:ph type="title"/>
          </p:nvPr>
        </p:nvSpPr>
        <p:spPr>
          <a:xfrm>
            <a:off x="653667" y="600200"/>
            <a:ext cx="8490300" cy="5454300"/>
          </a:xfrm>
          <a:prstGeom prst="rect">
            <a:avLst/>
          </a:prstGeom>
          <a:noFill/>
          <a:ln>
            <a:noFill/>
          </a:ln>
        </p:spPr>
        <p:txBody>
          <a:bodyPr spcFirstLastPara="1" wrap="square" lIns="121900" tIns="121900" rIns="121900" bIns="121900" anchor="ctr" anchorCtr="0">
            <a:normAutofit/>
          </a:bodyPr>
          <a:lstStyle>
            <a:lvl1pPr lvl="0" algn="l">
              <a:lnSpc>
                <a:spcPct val="100000"/>
              </a:lnSpc>
              <a:spcBef>
                <a:spcPts val="0"/>
              </a:spcBef>
              <a:spcAft>
                <a:spcPts val="0"/>
              </a:spcAft>
              <a:buSzPts val="6400"/>
              <a:buNone/>
              <a:defRPr sz="6400"/>
            </a:lvl1pPr>
            <a:lvl2pPr lvl="1" algn="l">
              <a:lnSpc>
                <a:spcPct val="100000"/>
              </a:lnSpc>
              <a:spcBef>
                <a:spcPts val="0"/>
              </a:spcBef>
              <a:spcAft>
                <a:spcPts val="0"/>
              </a:spcAft>
              <a:buSzPts val="6400"/>
              <a:buNone/>
              <a:defRPr sz="6400"/>
            </a:lvl2pPr>
            <a:lvl3pPr lvl="2" algn="l">
              <a:lnSpc>
                <a:spcPct val="100000"/>
              </a:lnSpc>
              <a:spcBef>
                <a:spcPts val="0"/>
              </a:spcBef>
              <a:spcAft>
                <a:spcPts val="0"/>
              </a:spcAft>
              <a:buSzPts val="6400"/>
              <a:buNone/>
              <a:defRPr sz="6400"/>
            </a:lvl3pPr>
            <a:lvl4pPr lvl="3" algn="l">
              <a:lnSpc>
                <a:spcPct val="100000"/>
              </a:lnSpc>
              <a:spcBef>
                <a:spcPts val="0"/>
              </a:spcBef>
              <a:spcAft>
                <a:spcPts val="0"/>
              </a:spcAft>
              <a:buSzPts val="6400"/>
              <a:buNone/>
              <a:defRPr sz="6400"/>
            </a:lvl4pPr>
            <a:lvl5pPr lvl="4" algn="l">
              <a:lnSpc>
                <a:spcPct val="100000"/>
              </a:lnSpc>
              <a:spcBef>
                <a:spcPts val="0"/>
              </a:spcBef>
              <a:spcAft>
                <a:spcPts val="0"/>
              </a:spcAft>
              <a:buSzPts val="6400"/>
              <a:buNone/>
              <a:defRPr sz="6400"/>
            </a:lvl5pPr>
            <a:lvl6pPr lvl="5" algn="l">
              <a:lnSpc>
                <a:spcPct val="100000"/>
              </a:lnSpc>
              <a:spcBef>
                <a:spcPts val="0"/>
              </a:spcBef>
              <a:spcAft>
                <a:spcPts val="0"/>
              </a:spcAft>
              <a:buSzPts val="6400"/>
              <a:buNone/>
              <a:defRPr sz="6400"/>
            </a:lvl6pPr>
            <a:lvl7pPr lvl="6" algn="l">
              <a:lnSpc>
                <a:spcPct val="100000"/>
              </a:lnSpc>
              <a:spcBef>
                <a:spcPts val="0"/>
              </a:spcBef>
              <a:spcAft>
                <a:spcPts val="0"/>
              </a:spcAft>
              <a:buSzPts val="6400"/>
              <a:buNone/>
              <a:defRPr sz="6400"/>
            </a:lvl7pPr>
            <a:lvl8pPr lvl="7" algn="l">
              <a:lnSpc>
                <a:spcPct val="100000"/>
              </a:lnSpc>
              <a:spcBef>
                <a:spcPts val="0"/>
              </a:spcBef>
              <a:spcAft>
                <a:spcPts val="0"/>
              </a:spcAft>
              <a:buSzPts val="6400"/>
              <a:buNone/>
              <a:defRPr sz="6400"/>
            </a:lvl8pPr>
            <a:lvl9pPr lvl="8" algn="l">
              <a:lnSpc>
                <a:spcPct val="100000"/>
              </a:lnSpc>
              <a:spcBef>
                <a:spcPts val="0"/>
              </a:spcBef>
              <a:spcAft>
                <a:spcPts val="0"/>
              </a:spcAft>
              <a:buSzPts val="6400"/>
              <a:buNone/>
              <a:defRPr sz="6400"/>
            </a:lvl9pPr>
          </a:lstStyle>
          <a:p>
            <a:endParaRPr/>
          </a:p>
        </p:txBody>
      </p:sp>
      <p:sp>
        <p:nvSpPr>
          <p:cNvPr id="42" name="Google Shape;42;g35abda01f67_2_1077"/>
          <p:cNvSpPr txBox="1">
            <a:spLocks noGrp="1"/>
          </p:cNvSpPr>
          <p:nvPr>
            <p:ph type="sldNum" idx="12"/>
          </p:nvPr>
        </p:nvSpPr>
        <p:spPr>
          <a:xfrm>
            <a:off x="11296610" y="6217622"/>
            <a:ext cx="731700" cy="524700"/>
          </a:xfrm>
          <a:prstGeom prst="rect">
            <a:avLst/>
          </a:prstGeom>
          <a:noFill/>
          <a:ln>
            <a:noFill/>
          </a:ln>
        </p:spPr>
        <p:txBody>
          <a:bodyPr spcFirstLastPara="1" wrap="square" lIns="121900" tIns="121900" rIns="121900" bIns="121900" anchor="ctr" anchorCtr="0">
            <a:normAutofit/>
          </a:bodyPr>
          <a:lstStyle>
            <a:lvl1pPr marL="0" marR="0" lvl="0"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3"/>
        <p:cNvGrpSpPr/>
        <p:nvPr/>
      </p:nvGrpSpPr>
      <p:grpSpPr>
        <a:xfrm>
          <a:off x="0" y="0"/>
          <a:ext cx="0" cy="0"/>
          <a:chOff x="0" y="0"/>
          <a:chExt cx="0" cy="0"/>
        </a:xfrm>
      </p:grpSpPr>
      <p:sp>
        <p:nvSpPr>
          <p:cNvPr id="44" name="Google Shape;44;g35abda01f67_2_1080"/>
          <p:cNvSpPr/>
          <p:nvPr/>
        </p:nvSpPr>
        <p:spPr>
          <a:xfrm>
            <a:off x="6096000" y="33"/>
            <a:ext cx="6096000" cy="6858000"/>
          </a:xfrm>
          <a:prstGeom prst="rect">
            <a:avLst/>
          </a:prstGeom>
          <a:solidFill>
            <a:schemeClr val="dk2"/>
          </a:solidFill>
          <a:ln>
            <a:noFill/>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5" name="Google Shape;45;g35abda01f67_2_1080"/>
          <p:cNvSpPr txBox="1">
            <a:spLocks noGrp="1"/>
          </p:cNvSpPr>
          <p:nvPr>
            <p:ph type="title"/>
          </p:nvPr>
        </p:nvSpPr>
        <p:spPr>
          <a:xfrm>
            <a:off x="354000" y="1644233"/>
            <a:ext cx="5393700" cy="1976400"/>
          </a:xfrm>
          <a:prstGeom prst="rect">
            <a:avLst/>
          </a:prstGeom>
          <a:noFill/>
          <a:ln>
            <a:noFill/>
          </a:ln>
        </p:spPr>
        <p:txBody>
          <a:bodyPr spcFirstLastPara="1" wrap="square" lIns="121900" tIns="121900" rIns="121900" bIns="121900" anchor="b" anchorCtr="0">
            <a:normAutofit/>
          </a:bodyPr>
          <a:lstStyle>
            <a:lvl1pPr lvl="0" algn="ctr">
              <a:lnSpc>
                <a:spcPct val="100000"/>
              </a:lnSpc>
              <a:spcBef>
                <a:spcPts val="0"/>
              </a:spcBef>
              <a:spcAft>
                <a:spcPts val="0"/>
              </a:spcAft>
              <a:buSzPts val="5600"/>
              <a:buNone/>
              <a:defRPr sz="5600"/>
            </a:lvl1pPr>
            <a:lvl2pPr lvl="1" algn="ctr">
              <a:lnSpc>
                <a:spcPct val="100000"/>
              </a:lnSpc>
              <a:spcBef>
                <a:spcPts val="0"/>
              </a:spcBef>
              <a:spcAft>
                <a:spcPts val="0"/>
              </a:spcAft>
              <a:buSzPts val="5600"/>
              <a:buNone/>
              <a:defRPr sz="5600"/>
            </a:lvl2pPr>
            <a:lvl3pPr lvl="2" algn="ctr">
              <a:lnSpc>
                <a:spcPct val="100000"/>
              </a:lnSpc>
              <a:spcBef>
                <a:spcPts val="0"/>
              </a:spcBef>
              <a:spcAft>
                <a:spcPts val="0"/>
              </a:spcAft>
              <a:buSzPts val="5600"/>
              <a:buNone/>
              <a:defRPr sz="5600"/>
            </a:lvl3pPr>
            <a:lvl4pPr lvl="3" algn="ctr">
              <a:lnSpc>
                <a:spcPct val="100000"/>
              </a:lnSpc>
              <a:spcBef>
                <a:spcPts val="0"/>
              </a:spcBef>
              <a:spcAft>
                <a:spcPts val="0"/>
              </a:spcAft>
              <a:buSzPts val="5600"/>
              <a:buNone/>
              <a:defRPr sz="5600"/>
            </a:lvl4pPr>
            <a:lvl5pPr lvl="4" algn="ctr">
              <a:lnSpc>
                <a:spcPct val="100000"/>
              </a:lnSpc>
              <a:spcBef>
                <a:spcPts val="0"/>
              </a:spcBef>
              <a:spcAft>
                <a:spcPts val="0"/>
              </a:spcAft>
              <a:buSzPts val="5600"/>
              <a:buNone/>
              <a:defRPr sz="5600"/>
            </a:lvl5pPr>
            <a:lvl6pPr lvl="5" algn="ctr">
              <a:lnSpc>
                <a:spcPct val="100000"/>
              </a:lnSpc>
              <a:spcBef>
                <a:spcPts val="0"/>
              </a:spcBef>
              <a:spcAft>
                <a:spcPts val="0"/>
              </a:spcAft>
              <a:buSzPts val="5600"/>
              <a:buNone/>
              <a:defRPr sz="5600"/>
            </a:lvl6pPr>
            <a:lvl7pPr lvl="6" algn="ctr">
              <a:lnSpc>
                <a:spcPct val="100000"/>
              </a:lnSpc>
              <a:spcBef>
                <a:spcPts val="0"/>
              </a:spcBef>
              <a:spcAft>
                <a:spcPts val="0"/>
              </a:spcAft>
              <a:buSzPts val="5600"/>
              <a:buNone/>
              <a:defRPr sz="5600"/>
            </a:lvl7pPr>
            <a:lvl8pPr lvl="7" algn="ctr">
              <a:lnSpc>
                <a:spcPct val="100000"/>
              </a:lnSpc>
              <a:spcBef>
                <a:spcPts val="0"/>
              </a:spcBef>
              <a:spcAft>
                <a:spcPts val="0"/>
              </a:spcAft>
              <a:buSzPts val="5600"/>
              <a:buNone/>
              <a:defRPr sz="5600"/>
            </a:lvl8pPr>
            <a:lvl9pPr lvl="8" algn="ctr">
              <a:lnSpc>
                <a:spcPct val="100000"/>
              </a:lnSpc>
              <a:spcBef>
                <a:spcPts val="0"/>
              </a:spcBef>
              <a:spcAft>
                <a:spcPts val="0"/>
              </a:spcAft>
              <a:buSzPts val="5600"/>
              <a:buNone/>
              <a:defRPr sz="5600"/>
            </a:lvl9pPr>
          </a:lstStyle>
          <a:p>
            <a:endParaRPr/>
          </a:p>
        </p:txBody>
      </p:sp>
      <p:sp>
        <p:nvSpPr>
          <p:cNvPr id="46" name="Google Shape;46;g35abda01f67_2_1080"/>
          <p:cNvSpPr txBox="1">
            <a:spLocks noGrp="1"/>
          </p:cNvSpPr>
          <p:nvPr>
            <p:ph type="subTitle" idx="1"/>
          </p:nvPr>
        </p:nvSpPr>
        <p:spPr>
          <a:xfrm>
            <a:off x="354000" y="3737433"/>
            <a:ext cx="5393700" cy="1646700"/>
          </a:xfrm>
          <a:prstGeom prst="rect">
            <a:avLst/>
          </a:prstGeom>
          <a:noFill/>
          <a:ln>
            <a:noFill/>
          </a:ln>
        </p:spPr>
        <p:txBody>
          <a:bodyPr spcFirstLastPara="1" wrap="square" lIns="121900" tIns="121900" rIns="121900" bIns="121900"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47" name="Google Shape;47;g35abda01f67_2_1080"/>
          <p:cNvSpPr txBox="1">
            <a:spLocks noGrp="1"/>
          </p:cNvSpPr>
          <p:nvPr>
            <p:ph type="body" idx="2"/>
          </p:nvPr>
        </p:nvSpPr>
        <p:spPr>
          <a:xfrm>
            <a:off x="6586000" y="965600"/>
            <a:ext cx="5115900" cy="4926900"/>
          </a:xfrm>
          <a:prstGeom prst="rect">
            <a:avLst/>
          </a:prstGeom>
          <a:noFill/>
          <a:ln>
            <a:noFill/>
          </a:ln>
        </p:spPr>
        <p:txBody>
          <a:bodyPr spcFirstLastPara="1" wrap="square" lIns="121900" tIns="121900" rIns="121900" bIns="121900" anchor="ctr" anchorCtr="0">
            <a:normAutofit/>
          </a:bodyPr>
          <a:lstStyle>
            <a:lvl1pPr marL="457200" lvl="0" indent="-381000" algn="l">
              <a:lnSpc>
                <a:spcPct val="115000"/>
              </a:lnSpc>
              <a:spcBef>
                <a:spcPts val="0"/>
              </a:spcBef>
              <a:spcAft>
                <a:spcPts val="0"/>
              </a:spcAft>
              <a:buClr>
                <a:schemeClr val="dk1"/>
              </a:buClr>
              <a:buSzPts val="2400"/>
              <a:buChar char="●"/>
              <a:defRPr>
                <a:solidFill>
                  <a:schemeClr val="dk1"/>
                </a:solidFill>
              </a:defRPr>
            </a:lvl1pPr>
            <a:lvl2pPr marL="914400" lvl="1" indent="-349250" algn="l">
              <a:lnSpc>
                <a:spcPct val="115000"/>
              </a:lnSpc>
              <a:spcBef>
                <a:spcPts val="0"/>
              </a:spcBef>
              <a:spcAft>
                <a:spcPts val="0"/>
              </a:spcAft>
              <a:buClr>
                <a:schemeClr val="dk1"/>
              </a:buClr>
              <a:buSzPts val="1900"/>
              <a:buChar char="○"/>
              <a:defRPr>
                <a:solidFill>
                  <a:schemeClr val="dk1"/>
                </a:solidFill>
              </a:defRPr>
            </a:lvl2pPr>
            <a:lvl3pPr marL="1371600" lvl="2" indent="-349250" algn="l">
              <a:lnSpc>
                <a:spcPct val="115000"/>
              </a:lnSpc>
              <a:spcBef>
                <a:spcPts val="0"/>
              </a:spcBef>
              <a:spcAft>
                <a:spcPts val="0"/>
              </a:spcAft>
              <a:buClr>
                <a:schemeClr val="dk1"/>
              </a:buClr>
              <a:buSzPts val="1900"/>
              <a:buChar char="■"/>
              <a:defRPr>
                <a:solidFill>
                  <a:schemeClr val="dk1"/>
                </a:solidFill>
              </a:defRPr>
            </a:lvl3pPr>
            <a:lvl4pPr marL="1828800" lvl="3" indent="-349250" algn="l">
              <a:lnSpc>
                <a:spcPct val="115000"/>
              </a:lnSpc>
              <a:spcBef>
                <a:spcPts val="0"/>
              </a:spcBef>
              <a:spcAft>
                <a:spcPts val="0"/>
              </a:spcAft>
              <a:buClr>
                <a:schemeClr val="dk1"/>
              </a:buClr>
              <a:buSzPts val="1900"/>
              <a:buChar char="●"/>
              <a:defRPr>
                <a:solidFill>
                  <a:schemeClr val="dk1"/>
                </a:solidFill>
              </a:defRPr>
            </a:lvl4pPr>
            <a:lvl5pPr marL="2286000" lvl="4" indent="-349250" algn="l">
              <a:lnSpc>
                <a:spcPct val="115000"/>
              </a:lnSpc>
              <a:spcBef>
                <a:spcPts val="0"/>
              </a:spcBef>
              <a:spcAft>
                <a:spcPts val="0"/>
              </a:spcAft>
              <a:buClr>
                <a:schemeClr val="dk1"/>
              </a:buClr>
              <a:buSzPts val="1900"/>
              <a:buChar char="○"/>
              <a:defRPr>
                <a:solidFill>
                  <a:schemeClr val="dk1"/>
                </a:solidFill>
              </a:defRPr>
            </a:lvl5pPr>
            <a:lvl6pPr marL="2743200" lvl="5" indent="-349250" algn="l">
              <a:lnSpc>
                <a:spcPct val="115000"/>
              </a:lnSpc>
              <a:spcBef>
                <a:spcPts val="0"/>
              </a:spcBef>
              <a:spcAft>
                <a:spcPts val="0"/>
              </a:spcAft>
              <a:buClr>
                <a:schemeClr val="dk1"/>
              </a:buClr>
              <a:buSzPts val="1900"/>
              <a:buChar char="■"/>
              <a:defRPr>
                <a:solidFill>
                  <a:schemeClr val="dk1"/>
                </a:solidFill>
              </a:defRPr>
            </a:lvl6pPr>
            <a:lvl7pPr marL="3200400" lvl="6" indent="-349250" algn="l">
              <a:lnSpc>
                <a:spcPct val="115000"/>
              </a:lnSpc>
              <a:spcBef>
                <a:spcPts val="0"/>
              </a:spcBef>
              <a:spcAft>
                <a:spcPts val="0"/>
              </a:spcAft>
              <a:buClr>
                <a:schemeClr val="dk1"/>
              </a:buClr>
              <a:buSzPts val="1900"/>
              <a:buChar char="●"/>
              <a:defRPr>
                <a:solidFill>
                  <a:schemeClr val="dk1"/>
                </a:solidFill>
              </a:defRPr>
            </a:lvl7pPr>
            <a:lvl8pPr marL="3657600" lvl="7" indent="-349250" algn="l">
              <a:lnSpc>
                <a:spcPct val="115000"/>
              </a:lnSpc>
              <a:spcBef>
                <a:spcPts val="0"/>
              </a:spcBef>
              <a:spcAft>
                <a:spcPts val="0"/>
              </a:spcAft>
              <a:buClr>
                <a:schemeClr val="dk1"/>
              </a:buClr>
              <a:buSzPts val="1900"/>
              <a:buChar char="○"/>
              <a:defRPr>
                <a:solidFill>
                  <a:schemeClr val="dk1"/>
                </a:solidFill>
              </a:defRPr>
            </a:lvl8pPr>
            <a:lvl9pPr marL="4114800" lvl="8" indent="-349250" algn="l">
              <a:lnSpc>
                <a:spcPct val="115000"/>
              </a:lnSpc>
              <a:spcBef>
                <a:spcPts val="0"/>
              </a:spcBef>
              <a:spcAft>
                <a:spcPts val="0"/>
              </a:spcAft>
              <a:buClr>
                <a:schemeClr val="dk1"/>
              </a:buClr>
              <a:buSzPts val="1900"/>
              <a:buChar char="■"/>
              <a:defRPr>
                <a:solidFill>
                  <a:schemeClr val="dk1"/>
                </a:solidFill>
              </a:defRPr>
            </a:lvl9pPr>
          </a:lstStyle>
          <a:p>
            <a:endParaRPr/>
          </a:p>
        </p:txBody>
      </p:sp>
      <p:sp>
        <p:nvSpPr>
          <p:cNvPr id="48" name="Google Shape;48;g35abda01f67_2_1080"/>
          <p:cNvSpPr txBox="1">
            <a:spLocks noGrp="1"/>
          </p:cNvSpPr>
          <p:nvPr>
            <p:ph type="sldNum" idx="12"/>
          </p:nvPr>
        </p:nvSpPr>
        <p:spPr>
          <a:xfrm>
            <a:off x="11296610" y="6217622"/>
            <a:ext cx="731700" cy="524700"/>
          </a:xfrm>
          <a:prstGeom prst="rect">
            <a:avLst/>
          </a:prstGeom>
          <a:noFill/>
          <a:ln>
            <a:noFill/>
          </a:ln>
        </p:spPr>
        <p:txBody>
          <a:bodyPr spcFirstLastPara="1" wrap="square" lIns="121900" tIns="121900" rIns="121900" bIns="121900" anchor="ctr" anchorCtr="0">
            <a:normAutofit/>
          </a:bodyPr>
          <a:lstStyle>
            <a:lvl1pPr marL="0" marR="0" lvl="0"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9"/>
        <p:cNvGrpSpPr/>
        <p:nvPr/>
      </p:nvGrpSpPr>
      <p:grpSpPr>
        <a:xfrm>
          <a:off x="0" y="0"/>
          <a:ext cx="0" cy="0"/>
          <a:chOff x="0" y="0"/>
          <a:chExt cx="0" cy="0"/>
        </a:xfrm>
      </p:grpSpPr>
      <p:sp>
        <p:nvSpPr>
          <p:cNvPr id="50" name="Google Shape;50;g35abda01f67_2_1086"/>
          <p:cNvSpPr txBox="1">
            <a:spLocks noGrp="1"/>
          </p:cNvSpPr>
          <p:nvPr>
            <p:ph type="body" idx="1"/>
          </p:nvPr>
        </p:nvSpPr>
        <p:spPr>
          <a:xfrm>
            <a:off x="415600" y="5640767"/>
            <a:ext cx="7998300" cy="806700"/>
          </a:xfrm>
          <a:prstGeom prst="rect">
            <a:avLst/>
          </a:prstGeom>
          <a:noFill/>
          <a:ln>
            <a:noFill/>
          </a:ln>
        </p:spPr>
        <p:txBody>
          <a:bodyPr spcFirstLastPara="1" wrap="square" lIns="121900" tIns="121900" rIns="121900" bIns="121900" anchor="ctr" anchorCtr="0">
            <a:normAutofit/>
          </a:bodyPr>
          <a:lstStyle>
            <a:lvl1pPr marL="457200" lvl="0" indent="-228600" algn="l">
              <a:lnSpc>
                <a:spcPct val="100000"/>
              </a:lnSpc>
              <a:spcBef>
                <a:spcPts val="0"/>
              </a:spcBef>
              <a:spcAft>
                <a:spcPts val="0"/>
              </a:spcAft>
              <a:buSzPts val="2400"/>
              <a:buNone/>
              <a:defRPr/>
            </a:lvl1pPr>
          </a:lstStyle>
          <a:p>
            <a:endParaRPr/>
          </a:p>
        </p:txBody>
      </p:sp>
      <p:sp>
        <p:nvSpPr>
          <p:cNvPr id="51" name="Google Shape;51;g35abda01f67_2_1086"/>
          <p:cNvSpPr txBox="1">
            <a:spLocks noGrp="1"/>
          </p:cNvSpPr>
          <p:nvPr>
            <p:ph type="sldNum" idx="12"/>
          </p:nvPr>
        </p:nvSpPr>
        <p:spPr>
          <a:xfrm>
            <a:off x="11296610" y="6217622"/>
            <a:ext cx="731700" cy="524700"/>
          </a:xfrm>
          <a:prstGeom prst="rect">
            <a:avLst/>
          </a:prstGeom>
          <a:noFill/>
          <a:ln>
            <a:noFill/>
          </a:ln>
        </p:spPr>
        <p:txBody>
          <a:bodyPr spcFirstLastPara="1" wrap="square" lIns="121900" tIns="121900" rIns="121900" bIns="121900" anchor="ctr" anchorCtr="0">
            <a:normAutofit/>
          </a:bodyPr>
          <a:lstStyle>
            <a:lvl1pPr marL="0" marR="0" lvl="0"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2"/>
        <p:cNvGrpSpPr/>
        <p:nvPr/>
      </p:nvGrpSpPr>
      <p:grpSpPr>
        <a:xfrm>
          <a:off x="0" y="0"/>
          <a:ext cx="0" cy="0"/>
          <a:chOff x="0" y="0"/>
          <a:chExt cx="0" cy="0"/>
        </a:xfrm>
      </p:grpSpPr>
      <p:sp>
        <p:nvSpPr>
          <p:cNvPr id="53" name="Google Shape;53;g35abda01f67_2_1089"/>
          <p:cNvSpPr txBox="1">
            <a:spLocks noGrp="1"/>
          </p:cNvSpPr>
          <p:nvPr>
            <p:ph type="title" hasCustomPrompt="1"/>
          </p:nvPr>
        </p:nvSpPr>
        <p:spPr>
          <a:xfrm>
            <a:off x="415600" y="1474833"/>
            <a:ext cx="11360700" cy="2618100"/>
          </a:xfrm>
          <a:prstGeom prst="rect">
            <a:avLst/>
          </a:prstGeom>
          <a:noFill/>
          <a:ln>
            <a:noFill/>
          </a:ln>
        </p:spPr>
        <p:txBody>
          <a:bodyPr spcFirstLastPara="1" wrap="square" lIns="121900" tIns="121900" rIns="121900" bIns="121900" anchor="b" anchorCtr="0">
            <a:normAutofit/>
          </a:bodyPr>
          <a:lstStyle>
            <a:lvl1pPr lvl="0" algn="ctr">
              <a:lnSpc>
                <a:spcPct val="100000"/>
              </a:lnSpc>
              <a:spcBef>
                <a:spcPts val="0"/>
              </a:spcBef>
              <a:spcAft>
                <a:spcPts val="0"/>
              </a:spcAft>
              <a:buSzPts val="16000"/>
              <a:buNone/>
              <a:defRPr sz="16000"/>
            </a:lvl1pPr>
            <a:lvl2pPr lvl="1" algn="ctr">
              <a:lnSpc>
                <a:spcPct val="100000"/>
              </a:lnSpc>
              <a:spcBef>
                <a:spcPts val="0"/>
              </a:spcBef>
              <a:spcAft>
                <a:spcPts val="0"/>
              </a:spcAft>
              <a:buSzPts val="16000"/>
              <a:buNone/>
              <a:defRPr sz="16000"/>
            </a:lvl2pPr>
            <a:lvl3pPr lvl="2" algn="ctr">
              <a:lnSpc>
                <a:spcPct val="100000"/>
              </a:lnSpc>
              <a:spcBef>
                <a:spcPts val="0"/>
              </a:spcBef>
              <a:spcAft>
                <a:spcPts val="0"/>
              </a:spcAft>
              <a:buSzPts val="16000"/>
              <a:buNone/>
              <a:defRPr sz="16000"/>
            </a:lvl3pPr>
            <a:lvl4pPr lvl="3" algn="ctr">
              <a:lnSpc>
                <a:spcPct val="100000"/>
              </a:lnSpc>
              <a:spcBef>
                <a:spcPts val="0"/>
              </a:spcBef>
              <a:spcAft>
                <a:spcPts val="0"/>
              </a:spcAft>
              <a:buSzPts val="16000"/>
              <a:buNone/>
              <a:defRPr sz="16000"/>
            </a:lvl4pPr>
            <a:lvl5pPr lvl="4" algn="ctr">
              <a:lnSpc>
                <a:spcPct val="100000"/>
              </a:lnSpc>
              <a:spcBef>
                <a:spcPts val="0"/>
              </a:spcBef>
              <a:spcAft>
                <a:spcPts val="0"/>
              </a:spcAft>
              <a:buSzPts val="16000"/>
              <a:buNone/>
              <a:defRPr sz="16000"/>
            </a:lvl5pPr>
            <a:lvl6pPr lvl="5" algn="ctr">
              <a:lnSpc>
                <a:spcPct val="100000"/>
              </a:lnSpc>
              <a:spcBef>
                <a:spcPts val="0"/>
              </a:spcBef>
              <a:spcAft>
                <a:spcPts val="0"/>
              </a:spcAft>
              <a:buSzPts val="16000"/>
              <a:buNone/>
              <a:defRPr sz="16000"/>
            </a:lvl6pPr>
            <a:lvl7pPr lvl="6" algn="ctr">
              <a:lnSpc>
                <a:spcPct val="100000"/>
              </a:lnSpc>
              <a:spcBef>
                <a:spcPts val="0"/>
              </a:spcBef>
              <a:spcAft>
                <a:spcPts val="0"/>
              </a:spcAft>
              <a:buSzPts val="16000"/>
              <a:buNone/>
              <a:defRPr sz="16000"/>
            </a:lvl7pPr>
            <a:lvl8pPr lvl="7" algn="ctr">
              <a:lnSpc>
                <a:spcPct val="100000"/>
              </a:lnSpc>
              <a:spcBef>
                <a:spcPts val="0"/>
              </a:spcBef>
              <a:spcAft>
                <a:spcPts val="0"/>
              </a:spcAft>
              <a:buSzPts val="16000"/>
              <a:buNone/>
              <a:defRPr sz="16000"/>
            </a:lvl8pPr>
            <a:lvl9pPr lvl="8" algn="ctr">
              <a:lnSpc>
                <a:spcPct val="100000"/>
              </a:lnSpc>
              <a:spcBef>
                <a:spcPts val="0"/>
              </a:spcBef>
              <a:spcAft>
                <a:spcPts val="0"/>
              </a:spcAft>
              <a:buSzPts val="16000"/>
              <a:buNone/>
              <a:defRPr sz="16000"/>
            </a:lvl9pPr>
          </a:lstStyle>
          <a:p>
            <a:r>
              <a:t>xx%</a:t>
            </a:r>
          </a:p>
        </p:txBody>
      </p:sp>
      <p:sp>
        <p:nvSpPr>
          <p:cNvPr id="54" name="Google Shape;54;g35abda01f67_2_1089"/>
          <p:cNvSpPr txBox="1">
            <a:spLocks noGrp="1"/>
          </p:cNvSpPr>
          <p:nvPr>
            <p:ph type="body" idx="1"/>
          </p:nvPr>
        </p:nvSpPr>
        <p:spPr>
          <a:xfrm>
            <a:off x="415600" y="4202967"/>
            <a:ext cx="11360700" cy="1734300"/>
          </a:xfrm>
          <a:prstGeom prst="rect">
            <a:avLst/>
          </a:prstGeom>
          <a:noFill/>
          <a:ln>
            <a:noFill/>
          </a:ln>
        </p:spPr>
        <p:txBody>
          <a:bodyPr spcFirstLastPara="1" wrap="square" lIns="121900" tIns="121900" rIns="121900" bIns="121900" anchor="t" anchorCtr="0">
            <a:normAutofit/>
          </a:bodyPr>
          <a:lstStyle>
            <a:lvl1pPr marL="457200" lvl="0" indent="-381000" algn="ctr">
              <a:lnSpc>
                <a:spcPct val="115000"/>
              </a:lnSpc>
              <a:spcBef>
                <a:spcPts val="0"/>
              </a:spcBef>
              <a:spcAft>
                <a:spcPts val="0"/>
              </a:spcAft>
              <a:buSzPts val="2400"/>
              <a:buChar char="●"/>
              <a:defRPr/>
            </a:lvl1pPr>
            <a:lvl2pPr marL="914400" lvl="1" indent="-349250" algn="ctr">
              <a:lnSpc>
                <a:spcPct val="115000"/>
              </a:lnSpc>
              <a:spcBef>
                <a:spcPts val="0"/>
              </a:spcBef>
              <a:spcAft>
                <a:spcPts val="0"/>
              </a:spcAft>
              <a:buSzPts val="1900"/>
              <a:buChar char="○"/>
              <a:defRPr/>
            </a:lvl2pPr>
            <a:lvl3pPr marL="1371600" lvl="2" indent="-349250" algn="ctr">
              <a:lnSpc>
                <a:spcPct val="115000"/>
              </a:lnSpc>
              <a:spcBef>
                <a:spcPts val="0"/>
              </a:spcBef>
              <a:spcAft>
                <a:spcPts val="0"/>
              </a:spcAft>
              <a:buSzPts val="1900"/>
              <a:buChar char="■"/>
              <a:defRPr/>
            </a:lvl3pPr>
            <a:lvl4pPr marL="1828800" lvl="3" indent="-349250" algn="ctr">
              <a:lnSpc>
                <a:spcPct val="115000"/>
              </a:lnSpc>
              <a:spcBef>
                <a:spcPts val="0"/>
              </a:spcBef>
              <a:spcAft>
                <a:spcPts val="0"/>
              </a:spcAft>
              <a:buSzPts val="1900"/>
              <a:buChar char="●"/>
              <a:defRPr/>
            </a:lvl4pPr>
            <a:lvl5pPr marL="2286000" lvl="4" indent="-349250" algn="ctr">
              <a:lnSpc>
                <a:spcPct val="115000"/>
              </a:lnSpc>
              <a:spcBef>
                <a:spcPts val="0"/>
              </a:spcBef>
              <a:spcAft>
                <a:spcPts val="0"/>
              </a:spcAft>
              <a:buSzPts val="1900"/>
              <a:buChar char="○"/>
              <a:defRPr/>
            </a:lvl5pPr>
            <a:lvl6pPr marL="2743200" lvl="5" indent="-349250" algn="ctr">
              <a:lnSpc>
                <a:spcPct val="115000"/>
              </a:lnSpc>
              <a:spcBef>
                <a:spcPts val="0"/>
              </a:spcBef>
              <a:spcAft>
                <a:spcPts val="0"/>
              </a:spcAft>
              <a:buSzPts val="1900"/>
              <a:buChar char="■"/>
              <a:defRPr/>
            </a:lvl6pPr>
            <a:lvl7pPr marL="3200400" lvl="6" indent="-349250" algn="ctr">
              <a:lnSpc>
                <a:spcPct val="115000"/>
              </a:lnSpc>
              <a:spcBef>
                <a:spcPts val="0"/>
              </a:spcBef>
              <a:spcAft>
                <a:spcPts val="0"/>
              </a:spcAft>
              <a:buSzPts val="1900"/>
              <a:buChar char="●"/>
              <a:defRPr/>
            </a:lvl7pPr>
            <a:lvl8pPr marL="3657600" lvl="7" indent="-349250" algn="ctr">
              <a:lnSpc>
                <a:spcPct val="115000"/>
              </a:lnSpc>
              <a:spcBef>
                <a:spcPts val="0"/>
              </a:spcBef>
              <a:spcAft>
                <a:spcPts val="0"/>
              </a:spcAft>
              <a:buSzPts val="1900"/>
              <a:buChar char="○"/>
              <a:defRPr/>
            </a:lvl8pPr>
            <a:lvl9pPr marL="4114800" lvl="8" indent="-349250" algn="ctr">
              <a:lnSpc>
                <a:spcPct val="115000"/>
              </a:lnSpc>
              <a:spcBef>
                <a:spcPts val="0"/>
              </a:spcBef>
              <a:spcAft>
                <a:spcPts val="0"/>
              </a:spcAft>
              <a:buSzPts val="1900"/>
              <a:buChar char="■"/>
              <a:defRPr/>
            </a:lvl9pPr>
          </a:lstStyle>
          <a:p>
            <a:endParaRPr/>
          </a:p>
        </p:txBody>
      </p:sp>
      <p:sp>
        <p:nvSpPr>
          <p:cNvPr id="55" name="Google Shape;55;g35abda01f67_2_1089"/>
          <p:cNvSpPr txBox="1">
            <a:spLocks noGrp="1"/>
          </p:cNvSpPr>
          <p:nvPr>
            <p:ph type="sldNum" idx="12"/>
          </p:nvPr>
        </p:nvSpPr>
        <p:spPr>
          <a:xfrm>
            <a:off x="11296610" y="6217622"/>
            <a:ext cx="731700" cy="524700"/>
          </a:xfrm>
          <a:prstGeom prst="rect">
            <a:avLst/>
          </a:prstGeom>
          <a:noFill/>
          <a:ln>
            <a:noFill/>
          </a:ln>
        </p:spPr>
        <p:txBody>
          <a:bodyPr spcFirstLastPara="1" wrap="square" lIns="121900" tIns="121900" rIns="121900" bIns="121900" anchor="ctr" anchorCtr="0">
            <a:normAutofit/>
          </a:bodyPr>
          <a:lstStyle>
            <a:lvl1pPr marL="0" marR="0" lvl="0"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6"/>
        <p:cNvGrpSpPr/>
        <p:nvPr/>
      </p:nvGrpSpPr>
      <p:grpSpPr>
        <a:xfrm>
          <a:off x="0" y="0"/>
          <a:ext cx="0" cy="0"/>
          <a:chOff x="0" y="0"/>
          <a:chExt cx="0" cy="0"/>
        </a:xfrm>
      </p:grpSpPr>
      <p:sp>
        <p:nvSpPr>
          <p:cNvPr id="57" name="Google Shape;57;g35abda01f67_2_1093"/>
          <p:cNvSpPr txBox="1">
            <a:spLocks noGrp="1"/>
          </p:cNvSpPr>
          <p:nvPr>
            <p:ph type="sldNum" idx="12"/>
          </p:nvPr>
        </p:nvSpPr>
        <p:spPr>
          <a:xfrm>
            <a:off x="11296610" y="6217622"/>
            <a:ext cx="731700" cy="524700"/>
          </a:xfrm>
          <a:prstGeom prst="rect">
            <a:avLst/>
          </a:prstGeom>
          <a:noFill/>
          <a:ln>
            <a:noFill/>
          </a:ln>
        </p:spPr>
        <p:txBody>
          <a:bodyPr spcFirstLastPara="1" wrap="square" lIns="121900" tIns="121900" rIns="121900" bIns="121900" anchor="ctr" anchorCtr="0">
            <a:normAutofit/>
          </a:bodyPr>
          <a:lstStyle>
            <a:lvl1pPr marL="0" marR="0" lvl="0"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7555122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dark-2">
    <p:bg>
      <p:bgPr>
        <a:solidFill>
          <a:schemeClr val="lt1"/>
        </a:solidFill>
        <a:effectLst/>
      </p:bgPr>
    </p:bg>
    <p:spTree>
      <p:nvGrpSpPr>
        <p:cNvPr id="1" name="Shape 9"/>
        <p:cNvGrpSpPr/>
        <p:nvPr/>
      </p:nvGrpSpPr>
      <p:grpSpPr>
        <a:xfrm>
          <a:off x="0" y="0"/>
          <a:ext cx="0" cy="0"/>
          <a:chOff x="0" y="0"/>
          <a:chExt cx="0" cy="0"/>
        </a:xfrm>
      </p:grpSpPr>
      <p:sp>
        <p:nvSpPr>
          <p:cNvPr id="10" name="Google Shape;10;g35abda01f67_2_1050"/>
          <p:cNvSpPr txBox="1">
            <a:spLocks noGrp="1"/>
          </p:cNvSpPr>
          <p:nvPr>
            <p:ph type="title"/>
          </p:nvPr>
        </p:nvSpPr>
        <p:spPr>
          <a:xfrm>
            <a:off x="415600" y="593367"/>
            <a:ext cx="11360700" cy="763500"/>
          </a:xfrm>
          <a:prstGeom prst="rect">
            <a:avLst/>
          </a:prstGeom>
          <a:noFill/>
          <a:ln>
            <a:noFill/>
          </a:ln>
        </p:spPr>
        <p:txBody>
          <a:bodyPr spcFirstLastPara="1" wrap="square" lIns="121900" tIns="121900" rIns="121900" bIns="121900" anchor="t" anchorCtr="0">
            <a:normAutofit/>
          </a:bodyPr>
          <a:lstStyle>
            <a:lvl1pPr marR="0" lvl="0" algn="l" rtl="0">
              <a:lnSpc>
                <a:spcPct val="100000"/>
              </a:lnSpc>
              <a:spcBef>
                <a:spcPts val="0"/>
              </a:spcBef>
              <a:spcAft>
                <a:spcPts val="0"/>
              </a:spcAft>
              <a:buClr>
                <a:schemeClr val="dk1"/>
              </a:buClr>
              <a:buSzPts val="3700"/>
              <a:buFont typeface="Arial"/>
              <a:buNone/>
              <a:defRPr sz="37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3700"/>
              <a:buFont typeface="Arial"/>
              <a:buNone/>
              <a:defRPr sz="37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3700"/>
              <a:buFont typeface="Arial"/>
              <a:buNone/>
              <a:defRPr sz="37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3700"/>
              <a:buFont typeface="Arial"/>
              <a:buNone/>
              <a:defRPr sz="37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3700"/>
              <a:buFont typeface="Arial"/>
              <a:buNone/>
              <a:defRPr sz="37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3700"/>
              <a:buFont typeface="Arial"/>
              <a:buNone/>
              <a:defRPr sz="37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3700"/>
              <a:buFont typeface="Arial"/>
              <a:buNone/>
              <a:defRPr sz="37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3700"/>
              <a:buFont typeface="Arial"/>
              <a:buNone/>
              <a:defRPr sz="37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3700"/>
              <a:buFont typeface="Arial"/>
              <a:buNone/>
              <a:defRPr sz="3700" b="0" i="0" u="none" strike="noStrike" cap="none">
                <a:solidFill>
                  <a:schemeClr val="dk1"/>
                </a:solidFill>
                <a:latin typeface="Arial"/>
                <a:ea typeface="Arial"/>
                <a:cs typeface="Arial"/>
                <a:sym typeface="Arial"/>
              </a:defRPr>
            </a:lvl9pPr>
          </a:lstStyle>
          <a:p>
            <a:endParaRPr/>
          </a:p>
        </p:txBody>
      </p:sp>
      <p:sp>
        <p:nvSpPr>
          <p:cNvPr id="11" name="Google Shape;11;g35abda01f67_2_1050"/>
          <p:cNvSpPr txBox="1">
            <a:spLocks noGrp="1"/>
          </p:cNvSpPr>
          <p:nvPr>
            <p:ph type="body" idx="1"/>
          </p:nvPr>
        </p:nvSpPr>
        <p:spPr>
          <a:xfrm>
            <a:off x="415600" y="1536633"/>
            <a:ext cx="11360700" cy="4555200"/>
          </a:xfrm>
          <a:prstGeom prst="rect">
            <a:avLst/>
          </a:prstGeom>
          <a:noFill/>
          <a:ln>
            <a:noFill/>
          </a:ln>
        </p:spPr>
        <p:txBody>
          <a:bodyPr spcFirstLastPara="1" wrap="square" lIns="121900" tIns="121900" rIns="121900" bIns="121900" anchor="t" anchorCtr="0">
            <a:normAutofit/>
          </a:bodyPr>
          <a:lstStyle>
            <a:lvl1pPr marL="457200" marR="0" lvl="0" indent="-381000" algn="l" rtl="0">
              <a:lnSpc>
                <a:spcPct val="115000"/>
              </a:lnSpc>
              <a:spcBef>
                <a:spcPts val="0"/>
              </a:spcBef>
              <a:spcAft>
                <a:spcPts val="0"/>
              </a:spcAft>
              <a:buClr>
                <a:schemeClr val="lt2"/>
              </a:buClr>
              <a:buSzPts val="2400"/>
              <a:buFont typeface="Arial"/>
              <a:buChar char="●"/>
              <a:defRPr sz="2400" b="0" i="0" u="none" strike="noStrike" cap="none">
                <a:solidFill>
                  <a:schemeClr val="lt2"/>
                </a:solidFill>
                <a:latin typeface="Arial"/>
                <a:ea typeface="Arial"/>
                <a:cs typeface="Arial"/>
                <a:sym typeface="Arial"/>
              </a:defRPr>
            </a:lvl1pPr>
            <a:lvl2pPr marL="914400" marR="0" lvl="1" indent="-349250" algn="l" rtl="0">
              <a:lnSpc>
                <a:spcPct val="115000"/>
              </a:lnSpc>
              <a:spcBef>
                <a:spcPts val="0"/>
              </a:spcBef>
              <a:spcAft>
                <a:spcPts val="0"/>
              </a:spcAft>
              <a:buClr>
                <a:schemeClr val="lt2"/>
              </a:buClr>
              <a:buSzPts val="1900"/>
              <a:buFont typeface="Arial"/>
              <a:buChar char="○"/>
              <a:defRPr sz="1900" b="0" i="0" u="none" strike="noStrike" cap="none">
                <a:solidFill>
                  <a:schemeClr val="lt2"/>
                </a:solidFill>
                <a:latin typeface="Arial"/>
                <a:ea typeface="Arial"/>
                <a:cs typeface="Arial"/>
                <a:sym typeface="Arial"/>
              </a:defRPr>
            </a:lvl2pPr>
            <a:lvl3pPr marL="1371600" marR="0" lvl="2" indent="-349250" algn="l" rtl="0">
              <a:lnSpc>
                <a:spcPct val="115000"/>
              </a:lnSpc>
              <a:spcBef>
                <a:spcPts val="0"/>
              </a:spcBef>
              <a:spcAft>
                <a:spcPts val="0"/>
              </a:spcAft>
              <a:buClr>
                <a:schemeClr val="lt2"/>
              </a:buClr>
              <a:buSzPts val="1900"/>
              <a:buFont typeface="Arial"/>
              <a:buChar char="■"/>
              <a:defRPr sz="1900" b="0" i="0" u="none" strike="noStrike" cap="none">
                <a:solidFill>
                  <a:schemeClr val="lt2"/>
                </a:solidFill>
                <a:latin typeface="Arial"/>
                <a:ea typeface="Arial"/>
                <a:cs typeface="Arial"/>
                <a:sym typeface="Arial"/>
              </a:defRPr>
            </a:lvl3pPr>
            <a:lvl4pPr marL="1828800" marR="0" lvl="3" indent="-349250" algn="l" rtl="0">
              <a:lnSpc>
                <a:spcPct val="115000"/>
              </a:lnSpc>
              <a:spcBef>
                <a:spcPts val="0"/>
              </a:spcBef>
              <a:spcAft>
                <a:spcPts val="0"/>
              </a:spcAft>
              <a:buClr>
                <a:schemeClr val="lt2"/>
              </a:buClr>
              <a:buSzPts val="1900"/>
              <a:buFont typeface="Arial"/>
              <a:buChar char="●"/>
              <a:defRPr sz="1900" b="0" i="0" u="none" strike="noStrike" cap="none">
                <a:solidFill>
                  <a:schemeClr val="lt2"/>
                </a:solidFill>
                <a:latin typeface="Arial"/>
                <a:ea typeface="Arial"/>
                <a:cs typeface="Arial"/>
                <a:sym typeface="Arial"/>
              </a:defRPr>
            </a:lvl4pPr>
            <a:lvl5pPr marL="2286000" marR="0" lvl="4" indent="-349250" algn="l" rtl="0">
              <a:lnSpc>
                <a:spcPct val="115000"/>
              </a:lnSpc>
              <a:spcBef>
                <a:spcPts val="0"/>
              </a:spcBef>
              <a:spcAft>
                <a:spcPts val="0"/>
              </a:spcAft>
              <a:buClr>
                <a:schemeClr val="lt2"/>
              </a:buClr>
              <a:buSzPts val="1900"/>
              <a:buFont typeface="Arial"/>
              <a:buChar char="○"/>
              <a:defRPr sz="1900" b="0" i="0" u="none" strike="noStrike" cap="none">
                <a:solidFill>
                  <a:schemeClr val="lt2"/>
                </a:solidFill>
                <a:latin typeface="Arial"/>
                <a:ea typeface="Arial"/>
                <a:cs typeface="Arial"/>
                <a:sym typeface="Arial"/>
              </a:defRPr>
            </a:lvl5pPr>
            <a:lvl6pPr marL="2743200" marR="0" lvl="5" indent="-349250" algn="l" rtl="0">
              <a:lnSpc>
                <a:spcPct val="115000"/>
              </a:lnSpc>
              <a:spcBef>
                <a:spcPts val="0"/>
              </a:spcBef>
              <a:spcAft>
                <a:spcPts val="0"/>
              </a:spcAft>
              <a:buClr>
                <a:schemeClr val="lt2"/>
              </a:buClr>
              <a:buSzPts val="1900"/>
              <a:buFont typeface="Arial"/>
              <a:buChar char="■"/>
              <a:defRPr sz="1900" b="0" i="0" u="none" strike="noStrike" cap="none">
                <a:solidFill>
                  <a:schemeClr val="lt2"/>
                </a:solidFill>
                <a:latin typeface="Arial"/>
                <a:ea typeface="Arial"/>
                <a:cs typeface="Arial"/>
                <a:sym typeface="Arial"/>
              </a:defRPr>
            </a:lvl6pPr>
            <a:lvl7pPr marL="3200400" marR="0" lvl="6" indent="-349250" algn="l" rtl="0">
              <a:lnSpc>
                <a:spcPct val="115000"/>
              </a:lnSpc>
              <a:spcBef>
                <a:spcPts val="0"/>
              </a:spcBef>
              <a:spcAft>
                <a:spcPts val="0"/>
              </a:spcAft>
              <a:buClr>
                <a:schemeClr val="lt2"/>
              </a:buClr>
              <a:buSzPts val="1900"/>
              <a:buFont typeface="Arial"/>
              <a:buChar char="●"/>
              <a:defRPr sz="1900" b="0" i="0" u="none" strike="noStrike" cap="none">
                <a:solidFill>
                  <a:schemeClr val="lt2"/>
                </a:solidFill>
                <a:latin typeface="Arial"/>
                <a:ea typeface="Arial"/>
                <a:cs typeface="Arial"/>
                <a:sym typeface="Arial"/>
              </a:defRPr>
            </a:lvl7pPr>
            <a:lvl8pPr marL="3657600" marR="0" lvl="7" indent="-349250" algn="l" rtl="0">
              <a:lnSpc>
                <a:spcPct val="115000"/>
              </a:lnSpc>
              <a:spcBef>
                <a:spcPts val="0"/>
              </a:spcBef>
              <a:spcAft>
                <a:spcPts val="0"/>
              </a:spcAft>
              <a:buClr>
                <a:schemeClr val="lt2"/>
              </a:buClr>
              <a:buSzPts val="1900"/>
              <a:buFont typeface="Arial"/>
              <a:buChar char="○"/>
              <a:defRPr sz="1900" b="0" i="0" u="none" strike="noStrike" cap="none">
                <a:solidFill>
                  <a:schemeClr val="lt2"/>
                </a:solidFill>
                <a:latin typeface="Arial"/>
                <a:ea typeface="Arial"/>
                <a:cs typeface="Arial"/>
                <a:sym typeface="Arial"/>
              </a:defRPr>
            </a:lvl8pPr>
            <a:lvl9pPr marL="4114800" marR="0" lvl="8" indent="-349250" algn="l" rtl="0">
              <a:lnSpc>
                <a:spcPct val="115000"/>
              </a:lnSpc>
              <a:spcBef>
                <a:spcPts val="0"/>
              </a:spcBef>
              <a:spcAft>
                <a:spcPts val="0"/>
              </a:spcAft>
              <a:buClr>
                <a:schemeClr val="lt2"/>
              </a:buClr>
              <a:buSzPts val="1900"/>
              <a:buFont typeface="Arial"/>
              <a:buChar char="■"/>
              <a:defRPr sz="1900" b="0" i="0" u="none" strike="noStrike" cap="none">
                <a:solidFill>
                  <a:schemeClr val="lt2"/>
                </a:solidFill>
                <a:latin typeface="Arial"/>
                <a:ea typeface="Arial"/>
                <a:cs typeface="Arial"/>
                <a:sym typeface="Arial"/>
              </a:defRPr>
            </a:lvl9pPr>
          </a:lstStyle>
          <a:p>
            <a:endParaRPr/>
          </a:p>
        </p:txBody>
      </p:sp>
      <p:sp>
        <p:nvSpPr>
          <p:cNvPr id="12" name="Google Shape;12;g35abda01f67_2_1050"/>
          <p:cNvSpPr txBox="1">
            <a:spLocks noGrp="1"/>
          </p:cNvSpPr>
          <p:nvPr>
            <p:ph type="sldNum" idx="12"/>
          </p:nvPr>
        </p:nvSpPr>
        <p:spPr>
          <a:xfrm>
            <a:off x="11296610" y="6217622"/>
            <a:ext cx="731700" cy="524700"/>
          </a:xfrm>
          <a:prstGeom prst="rect">
            <a:avLst/>
          </a:prstGeom>
          <a:noFill/>
          <a:ln>
            <a:noFill/>
          </a:ln>
        </p:spPr>
        <p:txBody>
          <a:bodyPr spcFirstLastPara="1" wrap="square" lIns="121900" tIns="121900" rIns="121900" bIns="121900" anchor="ctr" anchorCtr="0">
            <a:normAutofit/>
          </a:bodyPr>
          <a:lstStyle>
            <a:lvl1pPr marL="0" marR="0" lvl="0" indent="0" algn="r" rtl="0">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300"/>
              <a:buFont typeface="Arial"/>
              <a:buNone/>
              <a:defRPr sz="1300"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hyperlink" Target="https://sales.jetbrains.com/hc/en-gb/articles/207240845-What-is-a-perpetual-fallback-license-" TargetMode="External"/><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2"/>
        <p:cNvGrpSpPr/>
        <p:nvPr/>
      </p:nvGrpSpPr>
      <p:grpSpPr>
        <a:xfrm>
          <a:off x="0" y="0"/>
          <a:ext cx="0" cy="0"/>
          <a:chOff x="0" y="0"/>
          <a:chExt cx="0" cy="0"/>
        </a:xfrm>
      </p:grpSpPr>
      <p:pic>
        <p:nvPicPr>
          <p:cNvPr id="63" name="Google Shape;63;p1"/>
          <p:cNvPicPr preferRelativeResize="0"/>
          <p:nvPr/>
        </p:nvPicPr>
        <p:blipFill rotWithShape="1">
          <a:blip r:embed="rId3">
            <a:alphaModFix/>
          </a:blip>
          <a:srcRect/>
          <a:stretch/>
        </p:blipFill>
        <p:spPr>
          <a:xfrm>
            <a:off x="0" y="0"/>
            <a:ext cx="12192000" cy="8224683"/>
          </a:xfrm>
          <a:prstGeom prst="rect">
            <a:avLst/>
          </a:prstGeom>
          <a:noFill/>
          <a:ln>
            <a:noFill/>
          </a:ln>
        </p:spPr>
      </p:pic>
      <p:sp>
        <p:nvSpPr>
          <p:cNvPr id="64" name="Google Shape;64;p1"/>
          <p:cNvSpPr txBox="1">
            <a:spLocks noGrp="1"/>
          </p:cNvSpPr>
          <p:nvPr>
            <p:ph type="ctrTitle"/>
          </p:nvPr>
        </p:nvSpPr>
        <p:spPr>
          <a:xfrm>
            <a:off x="2622900" y="216820"/>
            <a:ext cx="6946200" cy="1683000"/>
          </a:xfrm>
          <a:prstGeom prst="rect">
            <a:avLst/>
          </a:prstGeom>
          <a:noFill/>
          <a:ln>
            <a:noFill/>
          </a:ln>
        </p:spPr>
        <p:txBody>
          <a:bodyPr spcFirstLastPara="1" wrap="square" lIns="91425" tIns="45700" rIns="91425" bIns="45700" anchor="b" anchorCtr="0">
            <a:noAutofit/>
          </a:bodyPr>
          <a:lstStyle/>
          <a:p>
            <a:pPr marL="0" lvl="0" indent="0" algn="ctr" rtl="0">
              <a:lnSpc>
                <a:spcPct val="90000"/>
              </a:lnSpc>
              <a:spcBef>
                <a:spcPts val="0"/>
              </a:spcBef>
              <a:spcAft>
                <a:spcPts val="0"/>
              </a:spcAft>
              <a:buClr>
                <a:schemeClr val="lt2"/>
              </a:buClr>
              <a:buSzPts val="4400"/>
              <a:buFont typeface="Avenir"/>
              <a:buNone/>
            </a:pPr>
            <a:endParaRPr dirty="0">
              <a:solidFill>
                <a:schemeClr val="lt2"/>
              </a:solidFill>
              <a:latin typeface="Calibri" panose="020F0502020204030204" pitchFamily="34" charset="0"/>
              <a:ea typeface="Calibri" panose="020F0502020204030204" pitchFamily="34" charset="0"/>
              <a:cs typeface="Calibri" panose="020F0502020204030204" pitchFamily="34" charset="0"/>
            </a:endParaRPr>
          </a:p>
          <a:p>
            <a:pPr marL="0" lvl="0" indent="0" algn="ctr" rtl="0">
              <a:lnSpc>
                <a:spcPct val="90000"/>
              </a:lnSpc>
              <a:spcBef>
                <a:spcPts val="0"/>
              </a:spcBef>
              <a:spcAft>
                <a:spcPts val="0"/>
              </a:spcAft>
              <a:buClr>
                <a:schemeClr val="lt2"/>
              </a:buClr>
              <a:buSzPts val="4400"/>
              <a:buFont typeface="Avenir"/>
              <a:buNone/>
            </a:pPr>
            <a:endParaRPr dirty="0">
              <a:solidFill>
                <a:schemeClr val="lt2"/>
              </a:solidFill>
              <a:latin typeface="Calibri" panose="020F0502020204030204" pitchFamily="34" charset="0"/>
              <a:ea typeface="Calibri" panose="020F0502020204030204" pitchFamily="34" charset="0"/>
              <a:cs typeface="Calibri" panose="020F0502020204030204" pitchFamily="34" charset="0"/>
            </a:endParaRPr>
          </a:p>
          <a:p>
            <a:pPr marL="0" lvl="0" indent="0" algn="ctr" rtl="0">
              <a:lnSpc>
                <a:spcPct val="90000"/>
              </a:lnSpc>
              <a:spcBef>
                <a:spcPts val="0"/>
              </a:spcBef>
              <a:spcAft>
                <a:spcPts val="0"/>
              </a:spcAft>
              <a:buClr>
                <a:schemeClr val="lt2"/>
              </a:buClr>
              <a:buSzPts val="4400"/>
              <a:buFont typeface="Avenir"/>
              <a:buNone/>
            </a:pPr>
            <a:endParaRPr dirty="0">
              <a:solidFill>
                <a:schemeClr val="lt2"/>
              </a:solidFill>
              <a:latin typeface="Calibri" panose="020F0502020204030204" pitchFamily="34" charset="0"/>
              <a:ea typeface="Calibri" panose="020F0502020204030204" pitchFamily="34" charset="0"/>
              <a:cs typeface="Calibri" panose="020F0502020204030204" pitchFamily="34" charset="0"/>
            </a:endParaRPr>
          </a:p>
          <a:p>
            <a:pPr marL="0" lvl="0" indent="0" algn="ctr" rtl="0">
              <a:lnSpc>
                <a:spcPct val="90000"/>
              </a:lnSpc>
              <a:spcBef>
                <a:spcPts val="0"/>
              </a:spcBef>
              <a:spcAft>
                <a:spcPts val="0"/>
              </a:spcAft>
              <a:buClr>
                <a:schemeClr val="lt2"/>
              </a:buClr>
              <a:buSzPts val="4400"/>
              <a:buFont typeface="Avenir"/>
              <a:buNone/>
            </a:pPr>
            <a:r>
              <a:rPr lang="en-US" sz="5000" dirty="0">
                <a:solidFill>
                  <a:schemeClr val="lt2"/>
                </a:solidFill>
                <a:latin typeface="Calibri" panose="020F0502020204030204" pitchFamily="34" charset="0"/>
                <a:ea typeface="Calibri" panose="020F0502020204030204" pitchFamily="34" charset="0"/>
                <a:cs typeface="Calibri" panose="020F0502020204030204" pitchFamily="34" charset="0"/>
              </a:rPr>
              <a:t>Code, Craft,</a:t>
            </a:r>
            <a:r>
              <a:rPr lang="en-US" dirty="0">
                <a:solidFill>
                  <a:schemeClr val="lt2"/>
                </a:solidFill>
                <a:latin typeface="Calibri" panose="020F0502020204030204" pitchFamily="34" charset="0"/>
                <a:ea typeface="Calibri" panose="020F0502020204030204" pitchFamily="34" charset="0"/>
                <a:cs typeface="Calibri" panose="020F0502020204030204" pitchFamily="34" charset="0"/>
              </a:rPr>
              <a:t> </a:t>
            </a:r>
            <a:r>
              <a:rPr lang="en-US" sz="5000" dirty="0">
                <a:solidFill>
                  <a:schemeClr val="lt2"/>
                </a:solidFill>
                <a:latin typeface="Calibri" panose="020F0502020204030204" pitchFamily="34" charset="0"/>
                <a:ea typeface="Calibri" panose="020F0502020204030204" pitchFamily="34" charset="0"/>
                <a:cs typeface="Calibri" panose="020F0502020204030204" pitchFamily="34" charset="0"/>
              </a:rPr>
              <a:t>Community</a:t>
            </a:r>
            <a:endParaRPr sz="5000" dirty="0">
              <a:latin typeface="Calibri" panose="020F0502020204030204" pitchFamily="34" charset="0"/>
              <a:ea typeface="Calibri" panose="020F0502020204030204" pitchFamily="34" charset="0"/>
              <a:cs typeface="Calibri" panose="020F0502020204030204" pitchFamily="34" charset="0"/>
            </a:endParaRPr>
          </a:p>
        </p:txBody>
      </p:sp>
      <p:sp>
        <p:nvSpPr>
          <p:cNvPr id="65" name="Google Shape;65;p1"/>
          <p:cNvSpPr txBox="1">
            <a:spLocks noGrp="1"/>
          </p:cNvSpPr>
          <p:nvPr>
            <p:ph type="subTitle" idx="1"/>
          </p:nvPr>
        </p:nvSpPr>
        <p:spPr>
          <a:xfrm>
            <a:off x="1524007" y="1899813"/>
            <a:ext cx="9144000" cy="494100"/>
          </a:xfrm>
          <a:prstGeom prst="rect">
            <a:avLst/>
          </a:prstGeom>
          <a:noFill/>
          <a:ln>
            <a:noFill/>
          </a:ln>
        </p:spPr>
        <p:txBody>
          <a:bodyPr spcFirstLastPara="1" wrap="square" lIns="91425" tIns="45700" rIns="91425" bIns="45700" anchor="t" anchorCtr="0">
            <a:noAutofit/>
          </a:bodyPr>
          <a:lstStyle/>
          <a:p>
            <a:pPr marL="0" lvl="0" indent="0" algn="ctr" rtl="0">
              <a:lnSpc>
                <a:spcPct val="90000"/>
              </a:lnSpc>
              <a:spcBef>
                <a:spcPts val="0"/>
              </a:spcBef>
              <a:spcAft>
                <a:spcPts val="0"/>
              </a:spcAft>
              <a:buClr>
                <a:schemeClr val="lt2"/>
              </a:buClr>
              <a:buSzPts val="2400"/>
              <a:buNone/>
            </a:pPr>
            <a:r>
              <a:rPr lang="en-US" sz="4400" dirty="0">
                <a:latin typeface="Calibri"/>
                <a:ea typeface="Calibri"/>
                <a:cs typeface="Calibri"/>
              </a:rPr>
              <a:t>10/28/2026</a:t>
            </a:r>
            <a:endParaRPr sz="4400" dirty="0">
              <a:latin typeface="Calibri" panose="020F0502020204030204" pitchFamily="34" charset="0"/>
              <a:ea typeface="Calibri" panose="020F0502020204030204" pitchFamily="34" charset="0"/>
              <a:cs typeface="Calibri" panose="020F0502020204030204"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0"/>
        <p:cNvGrpSpPr/>
        <p:nvPr/>
      </p:nvGrpSpPr>
      <p:grpSpPr>
        <a:xfrm>
          <a:off x="0" y="0"/>
          <a:ext cx="0" cy="0"/>
          <a:chOff x="0" y="0"/>
          <a:chExt cx="0" cy="0"/>
        </a:xfrm>
      </p:grpSpPr>
      <p:pic>
        <p:nvPicPr>
          <p:cNvPr id="3" name="Picture 2">
            <a:extLst>
              <a:ext uri="{FF2B5EF4-FFF2-40B4-BE49-F238E27FC236}">
                <a16:creationId xmlns:a16="http://schemas.microsoft.com/office/drawing/2014/main" id="{77C8E195-3BD4-881C-7E86-6231D7C2E84A}"/>
              </a:ext>
            </a:extLst>
          </p:cNvPr>
          <p:cNvPicPr>
            <a:picLocks noChangeAspect="1"/>
          </p:cNvPicPr>
          <p:nvPr/>
        </p:nvPicPr>
        <p:blipFill>
          <a:blip r:embed="rId3"/>
          <a:stretch>
            <a:fillRect/>
          </a:stretch>
        </p:blipFill>
        <p:spPr>
          <a:xfrm>
            <a:off x="-1" y="0"/>
            <a:ext cx="12192001"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pic>
        <p:nvPicPr>
          <p:cNvPr id="76" name="Google Shape;76;p3" title="ChatGPT Image Sep 17, 2025, 10_33_53 AM.png"/>
          <p:cNvPicPr preferRelativeResize="0"/>
          <p:nvPr/>
        </p:nvPicPr>
        <p:blipFill>
          <a:blip r:embed="rId3">
            <a:alphaModFix/>
          </a:blip>
          <a:stretch>
            <a:fillRect/>
          </a:stretch>
        </p:blipFill>
        <p:spPr>
          <a:xfrm>
            <a:off x="1181100" y="0"/>
            <a:ext cx="9829801" cy="6553201"/>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0"/>
        <p:cNvGrpSpPr/>
        <p:nvPr/>
      </p:nvGrpSpPr>
      <p:grpSpPr>
        <a:xfrm>
          <a:off x="0" y="0"/>
          <a:ext cx="0" cy="0"/>
          <a:chOff x="0" y="0"/>
          <a:chExt cx="0" cy="0"/>
        </a:xfrm>
      </p:grpSpPr>
      <p:pic>
        <p:nvPicPr>
          <p:cNvPr id="3" name="Picture 2">
            <a:extLst>
              <a:ext uri="{FF2B5EF4-FFF2-40B4-BE49-F238E27FC236}">
                <a16:creationId xmlns:a16="http://schemas.microsoft.com/office/drawing/2014/main" id="{8066C057-2D27-F05F-0BFC-2A6187AB571B}"/>
              </a:ext>
            </a:extLst>
          </p:cNvPr>
          <p:cNvPicPr>
            <a:picLocks noChangeAspect="1"/>
          </p:cNvPicPr>
          <p:nvPr/>
        </p:nvPicPr>
        <p:blipFill>
          <a:blip r:embed="rId3"/>
          <a:stretch>
            <a:fillRect/>
          </a:stretch>
        </p:blipFill>
        <p:spPr>
          <a:xfrm>
            <a:off x="0" y="-1"/>
            <a:ext cx="12192000" cy="6858001"/>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5"/>
        <p:cNvGrpSpPr/>
        <p:nvPr/>
      </p:nvGrpSpPr>
      <p:grpSpPr>
        <a:xfrm>
          <a:off x="0" y="0"/>
          <a:ext cx="0" cy="0"/>
          <a:chOff x="0" y="0"/>
          <a:chExt cx="0" cy="0"/>
        </a:xfrm>
      </p:grpSpPr>
      <p:pic>
        <p:nvPicPr>
          <p:cNvPr id="86" name="Google Shape;86;p5"/>
          <p:cNvPicPr preferRelativeResize="0"/>
          <p:nvPr/>
        </p:nvPicPr>
        <p:blipFill rotWithShape="1">
          <a:blip r:embed="rId3">
            <a:alphaModFix/>
          </a:blip>
          <a:srcRect/>
          <a:stretch/>
        </p:blipFill>
        <p:spPr>
          <a:xfrm>
            <a:off x="1192150" y="949075"/>
            <a:ext cx="9960102" cy="56915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1"/>
        <p:cNvGrpSpPr/>
        <p:nvPr/>
      </p:nvGrpSpPr>
      <p:grpSpPr>
        <a:xfrm>
          <a:off x="0" y="0"/>
          <a:ext cx="0" cy="0"/>
          <a:chOff x="0" y="0"/>
          <a:chExt cx="0" cy="0"/>
        </a:xfrm>
      </p:grpSpPr>
      <p:sp>
        <p:nvSpPr>
          <p:cNvPr id="92" name="Google Shape;92;g37fc392566d_0_0"/>
          <p:cNvSpPr txBox="1">
            <a:spLocks noGrp="1"/>
          </p:cNvSpPr>
          <p:nvPr>
            <p:ph type="title"/>
          </p:nvPr>
        </p:nvSpPr>
        <p:spPr>
          <a:xfrm>
            <a:off x="838200" y="1073150"/>
            <a:ext cx="10515600" cy="7524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3" name="Google Shape;93;g37fc392566d_0_0"/>
          <p:cNvSpPr txBox="1">
            <a:spLocks noGrp="1"/>
          </p:cNvSpPr>
          <p:nvPr>
            <p:ph type="body" idx="1"/>
          </p:nvPr>
        </p:nvSpPr>
        <p:spPr>
          <a:xfrm>
            <a:off x="838200" y="1825625"/>
            <a:ext cx="10515600" cy="4351200"/>
          </a:xfrm>
          <a:prstGeom prst="rect">
            <a:avLst/>
          </a:prstGeom>
        </p:spPr>
        <p:txBody>
          <a:bodyPr spcFirstLastPara="1" wrap="square" lIns="91425" tIns="45700" rIns="91425" bIns="45700" anchor="t" anchorCtr="0">
            <a:noAutofit/>
          </a:bodyPr>
          <a:lstStyle/>
          <a:p>
            <a:pPr marL="0" lvl="0" indent="0" algn="l" rtl="0">
              <a:spcBef>
                <a:spcPts val="1000"/>
              </a:spcBef>
              <a:spcAft>
                <a:spcPts val="0"/>
              </a:spcAft>
              <a:buNone/>
            </a:pPr>
            <a:endParaRPr/>
          </a:p>
        </p:txBody>
      </p:sp>
      <p:pic>
        <p:nvPicPr>
          <p:cNvPr id="94" name="Google Shape;94;g37fc392566d_0_0"/>
          <p:cNvPicPr preferRelativeResize="0"/>
          <p:nvPr/>
        </p:nvPicPr>
        <p:blipFill rotWithShape="1">
          <a:blip r:embed="rId3">
            <a:alphaModFix/>
          </a:blip>
          <a:srcRect t="15647"/>
          <a:stretch/>
        </p:blipFill>
        <p:spPr>
          <a:xfrm>
            <a:off x="0" y="7649"/>
            <a:ext cx="12192000" cy="1542626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98"/>
        <p:cNvGrpSpPr/>
        <p:nvPr/>
      </p:nvGrpSpPr>
      <p:grpSpPr>
        <a:xfrm>
          <a:off x="0" y="0"/>
          <a:ext cx="0" cy="0"/>
          <a:chOff x="0" y="0"/>
          <a:chExt cx="0" cy="0"/>
        </a:xfrm>
      </p:grpSpPr>
      <p:pic>
        <p:nvPicPr>
          <p:cNvPr id="99" name="Google Shape;99;p6" title="ChatGPT Image Sep 17, 2025, 11_48_40 AM.png"/>
          <p:cNvPicPr preferRelativeResize="0"/>
          <p:nvPr/>
        </p:nvPicPr>
        <p:blipFill>
          <a:blip r:embed="rId3">
            <a:alphaModFix/>
          </a:blip>
          <a:stretch>
            <a:fillRect/>
          </a:stretch>
        </p:blipFill>
        <p:spPr>
          <a:xfrm>
            <a:off x="1145895" y="0"/>
            <a:ext cx="9829801" cy="6857999"/>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09"/>
        <p:cNvGrpSpPr/>
        <p:nvPr/>
      </p:nvGrpSpPr>
      <p:grpSpPr>
        <a:xfrm>
          <a:off x="0" y="0"/>
          <a:ext cx="0" cy="0"/>
          <a:chOff x="0" y="0"/>
          <a:chExt cx="0" cy="0"/>
        </a:xfrm>
      </p:grpSpPr>
      <p:pic>
        <p:nvPicPr>
          <p:cNvPr id="110" name="Google Shape;110;p7"/>
          <p:cNvPicPr preferRelativeResize="0"/>
          <p:nvPr/>
        </p:nvPicPr>
        <p:blipFill rotWithShape="1">
          <a:blip r:embed="rId3">
            <a:alphaModFix/>
          </a:blip>
          <a:srcRect/>
          <a:stretch/>
        </p:blipFill>
        <p:spPr>
          <a:xfrm>
            <a:off x="1019188" y="979725"/>
            <a:ext cx="10153624" cy="5802076"/>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04"/>
        <p:cNvGrpSpPr/>
        <p:nvPr/>
      </p:nvGrpSpPr>
      <p:grpSpPr>
        <a:xfrm>
          <a:off x="0" y="0"/>
          <a:ext cx="0" cy="0"/>
          <a:chOff x="0" y="0"/>
          <a:chExt cx="0" cy="0"/>
        </a:xfrm>
      </p:grpSpPr>
      <p:pic>
        <p:nvPicPr>
          <p:cNvPr id="3" name="Picture 2">
            <a:extLst>
              <a:ext uri="{FF2B5EF4-FFF2-40B4-BE49-F238E27FC236}">
                <a16:creationId xmlns:a16="http://schemas.microsoft.com/office/drawing/2014/main" id="{F58E141D-42EB-28D7-9E03-4E141329DC7A}"/>
              </a:ext>
            </a:extLst>
          </p:cNvPr>
          <p:cNvPicPr>
            <a:picLocks noChangeAspect="1"/>
          </p:cNvPicPr>
          <p:nvPr/>
        </p:nvPicPr>
        <p:blipFill>
          <a:blip r:embed="rId3"/>
          <a:stretch>
            <a:fillRect/>
          </a:stretch>
        </p:blipFill>
        <p:spPr>
          <a:xfrm>
            <a:off x="0" y="0"/>
            <a:ext cx="12287250"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4"/>
        <p:cNvGrpSpPr/>
        <p:nvPr/>
      </p:nvGrpSpPr>
      <p:grpSpPr>
        <a:xfrm>
          <a:off x="0" y="0"/>
          <a:ext cx="0" cy="0"/>
          <a:chOff x="0" y="0"/>
          <a:chExt cx="0" cy="0"/>
        </a:xfrm>
      </p:grpSpPr>
      <p:pic>
        <p:nvPicPr>
          <p:cNvPr id="115" name="Google Shape;115;p9"/>
          <p:cNvPicPr preferRelativeResize="0"/>
          <p:nvPr/>
        </p:nvPicPr>
        <p:blipFill rotWithShape="1">
          <a:blip r:embed="rId3">
            <a:alphaModFix/>
          </a:blip>
          <a:srcRect/>
          <a:stretch/>
        </p:blipFill>
        <p:spPr>
          <a:xfrm>
            <a:off x="1019188" y="979725"/>
            <a:ext cx="10153624" cy="5802076"/>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27"/>
        <p:cNvGrpSpPr/>
        <p:nvPr/>
      </p:nvGrpSpPr>
      <p:grpSpPr>
        <a:xfrm>
          <a:off x="0" y="0"/>
          <a:ext cx="0" cy="0"/>
          <a:chOff x="0" y="0"/>
          <a:chExt cx="0" cy="0"/>
        </a:xfrm>
      </p:grpSpPr>
      <p:sp>
        <p:nvSpPr>
          <p:cNvPr id="128" name="Google Shape;128;p10"/>
          <p:cNvSpPr txBox="1"/>
          <p:nvPr/>
        </p:nvSpPr>
        <p:spPr>
          <a:xfrm>
            <a:off x="838200" y="80872"/>
            <a:ext cx="8050078" cy="830997"/>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4800"/>
              <a:buFont typeface="Arial"/>
              <a:buNone/>
            </a:pPr>
            <a:r>
              <a:rPr lang="en-US" sz="4800" b="0" i="0" u="none" strike="noStrike" cap="none" dirty="0">
                <a:solidFill>
                  <a:schemeClr val="dk1"/>
                </a:solidFill>
                <a:latin typeface="Calibri"/>
                <a:ea typeface="Calibri"/>
                <a:cs typeface="Calibri"/>
                <a:sym typeface="Calibri"/>
              </a:rPr>
              <a:t>Discord Server</a:t>
            </a:r>
            <a:endParaRPr sz="1400" b="0" i="0" u="none" strike="noStrike" cap="none" dirty="0">
              <a:solidFill>
                <a:srgbClr val="000000"/>
              </a:solidFill>
              <a:latin typeface="Arial"/>
              <a:ea typeface="Arial"/>
              <a:cs typeface="Arial"/>
              <a:sym typeface="Arial"/>
            </a:endParaRPr>
          </a:p>
        </p:txBody>
      </p:sp>
      <p:sp>
        <p:nvSpPr>
          <p:cNvPr id="129" name="Google Shape;129;p10"/>
          <p:cNvSpPr txBox="1"/>
          <p:nvPr/>
        </p:nvSpPr>
        <p:spPr>
          <a:xfrm>
            <a:off x="1781092" y="5603772"/>
            <a:ext cx="7779300" cy="6465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3600"/>
              <a:buFont typeface="Arial"/>
              <a:buNone/>
            </a:pPr>
            <a:r>
              <a:rPr lang="en-US" sz="36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Arial"/>
              </a:rPr>
              <a:t>https://discord.gg/Bn7wVwH4m4</a:t>
            </a:r>
            <a:endParaRPr sz="36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Arial"/>
            </a:endParaRPr>
          </a:p>
        </p:txBody>
      </p:sp>
      <p:pic>
        <p:nvPicPr>
          <p:cNvPr id="130" name="Google Shape;130;p10"/>
          <p:cNvPicPr preferRelativeResize="0"/>
          <p:nvPr/>
        </p:nvPicPr>
        <p:blipFill rotWithShape="1">
          <a:blip r:embed="rId3">
            <a:alphaModFix/>
          </a:blip>
          <a:srcRect/>
          <a:stretch/>
        </p:blipFill>
        <p:spPr>
          <a:xfrm>
            <a:off x="4124377" y="1318074"/>
            <a:ext cx="4221875" cy="4221875"/>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sp>
        <p:nvSpPr>
          <p:cNvPr id="135" name="Google Shape;135;p13"/>
          <p:cNvSpPr txBox="1"/>
          <p:nvPr/>
        </p:nvSpPr>
        <p:spPr>
          <a:xfrm>
            <a:off x="838200" y="80872"/>
            <a:ext cx="8050078" cy="830997"/>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4800"/>
              <a:buFont typeface="Arial"/>
              <a:buNone/>
            </a:pPr>
            <a:r>
              <a:rPr lang="en-US" sz="4800" b="0" i="0" u="none" strike="noStrike" cap="none" dirty="0">
                <a:solidFill>
                  <a:schemeClr val="dk1"/>
                </a:solidFill>
                <a:latin typeface="Calibri"/>
                <a:ea typeface="Calibri"/>
                <a:cs typeface="Calibri"/>
                <a:sym typeface="Calibri"/>
              </a:rPr>
              <a:t>Handy QR Codes</a:t>
            </a:r>
            <a:endParaRPr sz="1400" b="0" i="0" u="none" strike="noStrike" cap="none" dirty="0">
              <a:solidFill>
                <a:srgbClr val="000000"/>
              </a:solidFill>
              <a:latin typeface="Arial"/>
              <a:ea typeface="Arial"/>
              <a:cs typeface="Arial"/>
              <a:sym typeface="Arial"/>
            </a:endParaRPr>
          </a:p>
        </p:txBody>
      </p:sp>
      <p:pic>
        <p:nvPicPr>
          <p:cNvPr id="136" name="Google Shape;136;p13"/>
          <p:cNvPicPr preferRelativeResize="0"/>
          <p:nvPr/>
        </p:nvPicPr>
        <p:blipFill rotWithShape="1">
          <a:blip r:embed="rId3">
            <a:alphaModFix/>
          </a:blip>
          <a:srcRect/>
          <a:stretch/>
        </p:blipFill>
        <p:spPr>
          <a:xfrm>
            <a:off x="3364305" y="993756"/>
            <a:ext cx="4422419" cy="5732929"/>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mnt/data/a_cinematic_high_resolution_sci_fi_space_scene_a.png"/>
          <p:cNvPicPr>
            <a:picLocks noChangeAspect="1"/>
          </p:cNvPicPr>
          <p:nvPr/>
        </p:nvPicPr>
        <p:blipFill>
          <a:blip r:embed="rId3"/>
          <a:stretch>
            <a:fillRect/>
          </a:stretch>
        </p:blipFill>
        <p:spPr>
          <a:xfrm>
            <a:off x="0" y="0"/>
            <a:ext cx="12192000" cy="6858000"/>
          </a:xfrm>
          <a:prstGeom prst="rect">
            <a:avLst/>
          </a:prstGeom>
        </p:spPr>
      </p:pic>
      <p:sp>
        <p:nvSpPr>
          <p:cNvPr id="3" name="Shape 0"/>
          <p:cNvSpPr/>
          <p:nvPr/>
        </p:nvSpPr>
        <p:spPr>
          <a:xfrm>
            <a:off x="0" y="0"/>
            <a:ext cx="12192000" cy="6858000"/>
          </a:xfrm>
          <a:prstGeom prst="rect">
            <a:avLst/>
          </a:prstGeom>
          <a:solidFill>
            <a:srgbClr val="071321">
              <a:alpha val="76000"/>
            </a:srgbClr>
          </a:solidFill>
          <a:ln w="12700">
            <a:solidFill>
              <a:srgbClr val="071321">
                <a:alpha val="0"/>
              </a:srgbClr>
            </a:solidFill>
            <a:prstDash val="solid"/>
          </a:ln>
        </p:spPr>
      </p:sp>
      <p:sp>
        <p:nvSpPr>
          <p:cNvPr id="4" name="Shape 1"/>
          <p:cNvSpPr/>
          <p:nvPr/>
        </p:nvSpPr>
        <p:spPr>
          <a:xfrm>
            <a:off x="0" y="0"/>
            <a:ext cx="6720840" cy="6858000"/>
          </a:xfrm>
          <a:prstGeom prst="rect">
            <a:avLst/>
          </a:prstGeom>
          <a:solidFill>
            <a:srgbClr val="06121F">
              <a:alpha val="90000"/>
            </a:srgbClr>
          </a:solidFill>
          <a:ln w="12700">
            <a:solidFill>
              <a:srgbClr val="071321">
                <a:alpha val="0"/>
              </a:srgbClr>
            </a:solidFill>
            <a:prstDash val="solid"/>
          </a:ln>
        </p:spPr>
      </p:sp>
      <p:sp>
        <p:nvSpPr>
          <p:cNvPr id="5" name="Shape 2"/>
          <p:cNvSpPr/>
          <p:nvPr/>
        </p:nvSpPr>
        <p:spPr>
          <a:xfrm>
            <a:off x="640080" y="978408"/>
            <a:ext cx="54864" cy="2816352"/>
          </a:xfrm>
          <a:prstGeom prst="rect">
            <a:avLst/>
          </a:prstGeom>
          <a:solidFill>
            <a:srgbClr val="5DE4E2"/>
          </a:solidFill>
          <a:ln w="12700">
            <a:solidFill>
              <a:srgbClr val="5DE4E2">
                <a:alpha val="0"/>
              </a:srgbClr>
            </a:solidFill>
            <a:prstDash val="solid"/>
          </a:ln>
        </p:spPr>
      </p:sp>
      <p:sp>
        <p:nvSpPr>
          <p:cNvPr id="6" name="Text 3"/>
          <p:cNvSpPr/>
          <p:nvPr/>
        </p:nvSpPr>
        <p:spPr>
          <a:xfrm>
            <a:off x="905256" y="758952"/>
            <a:ext cx="5577840" cy="256032"/>
          </a:xfrm>
          <a:prstGeom prst="rect">
            <a:avLst/>
          </a:prstGeom>
          <a:noFill/>
          <a:ln/>
        </p:spPr>
        <p:txBody>
          <a:bodyPr wrap="square" lIns="0" tIns="0" rIns="0" bIns="0" rtlCol="0" anchor="ctr">
            <a:normAutofit/>
          </a:bodyPr>
          <a:lstStyle/>
          <a:p>
            <a:pPr marL="0" indent="0">
              <a:buNone/>
            </a:pPr>
            <a:r>
              <a:rPr lang="en-US" sz="1200" b="1" kern="0" spc="200" dirty="0">
                <a:solidFill>
                  <a:srgbClr val="5DE4E2"/>
                </a:solidFill>
                <a:latin typeface="Inter" pitchFamily="34" charset="0"/>
                <a:ea typeface="Inter" pitchFamily="34" charset="-122"/>
                <a:cs typeface="Inter" pitchFamily="34" charset="-120"/>
              </a:rPr>
              <a:t>C3 MEETUP  /  OCTOBER 28, 2026</a:t>
            </a:r>
            <a:endParaRPr lang="en-US" sz="1200" dirty="0"/>
          </a:p>
        </p:txBody>
      </p:sp>
      <p:sp>
        <p:nvSpPr>
          <p:cNvPr id="7" name="Text 4"/>
          <p:cNvSpPr/>
          <p:nvPr/>
        </p:nvSpPr>
        <p:spPr>
          <a:xfrm>
            <a:off x="886968" y="1344168"/>
            <a:ext cx="6858000" cy="1865376"/>
          </a:xfrm>
          <a:prstGeom prst="rect">
            <a:avLst/>
          </a:prstGeom>
          <a:noFill/>
          <a:ln/>
        </p:spPr>
        <p:txBody>
          <a:bodyPr wrap="square" lIns="0" tIns="0" rIns="0" bIns="0" rtlCol="0" anchor="ctr">
            <a:normAutofit/>
          </a:bodyPr>
          <a:lstStyle/>
          <a:p>
            <a:pPr marL="0" indent="0">
              <a:buNone/>
            </a:pPr>
            <a:r>
              <a:rPr lang="en-US" sz="4600" b="1" dirty="0">
                <a:solidFill>
                  <a:srgbClr val="F0F8FC"/>
                </a:solidFill>
                <a:latin typeface="Inter Display" pitchFamily="34" charset="0"/>
                <a:ea typeface="Inter Display" pitchFamily="34" charset="-122"/>
                <a:cs typeface="Inter Display" pitchFamily="34" charset="-120"/>
              </a:rPr>
              <a:t>THE LAST</a:t>
            </a:r>
            <a:endParaRPr lang="en-US" sz="4600" dirty="0"/>
          </a:p>
          <a:p>
            <a:pPr marL="0" indent="0">
              <a:buNone/>
            </a:pPr>
            <a:r>
              <a:rPr lang="en-US" sz="4600" b="1" dirty="0">
                <a:solidFill>
                  <a:srgbClr val="F0F8FC"/>
                </a:solidFill>
                <a:latin typeface="Inter Display" pitchFamily="34" charset="0"/>
                <a:ea typeface="Inter Display" pitchFamily="34" charset="-122"/>
                <a:cs typeface="Inter Display" pitchFamily="34" charset="-120"/>
              </a:rPr>
              <a:t>TRANSMISSION</a:t>
            </a:r>
            <a:endParaRPr lang="en-US" sz="4600" dirty="0"/>
          </a:p>
        </p:txBody>
      </p:sp>
      <p:sp>
        <p:nvSpPr>
          <p:cNvPr id="8" name="Text 5"/>
          <p:cNvSpPr/>
          <p:nvPr/>
        </p:nvSpPr>
        <p:spPr>
          <a:xfrm>
            <a:off x="914400" y="3502152"/>
            <a:ext cx="5943600" cy="347472"/>
          </a:xfrm>
          <a:prstGeom prst="rect">
            <a:avLst/>
          </a:prstGeom>
          <a:noFill/>
          <a:ln/>
        </p:spPr>
        <p:txBody>
          <a:bodyPr wrap="square" lIns="0" tIns="0" rIns="0" bIns="0" rtlCol="0" anchor="ctr">
            <a:normAutofit/>
          </a:bodyPr>
          <a:lstStyle/>
          <a:p>
            <a:pPr marL="0" indent="0">
              <a:buNone/>
            </a:pPr>
            <a:r>
              <a:rPr lang="en-US" sz="1800" b="1" kern="0" spc="110" dirty="0">
                <a:solidFill>
                  <a:srgbClr val="FFC26E"/>
                </a:solidFill>
                <a:latin typeface="Inter" pitchFamily="34" charset="0"/>
                <a:ea typeface="Inter" pitchFamily="34" charset="-122"/>
                <a:cs typeface="Inter" pitchFamily="34" charset="-120"/>
              </a:rPr>
              <a:t>ACT I  —  FIRST CONTACT</a:t>
            </a:r>
            <a:endParaRPr lang="en-US" sz="1800" dirty="0"/>
          </a:p>
        </p:txBody>
      </p:sp>
      <p:sp>
        <p:nvSpPr>
          <p:cNvPr id="9" name="Shape 6"/>
          <p:cNvSpPr/>
          <p:nvPr/>
        </p:nvSpPr>
        <p:spPr>
          <a:xfrm>
            <a:off x="914400" y="4069080"/>
            <a:ext cx="5029200" cy="914"/>
          </a:xfrm>
          <a:prstGeom prst="line">
            <a:avLst/>
          </a:prstGeom>
          <a:noFill/>
          <a:ln w="25400">
            <a:solidFill>
              <a:srgbClr val="5DE4E2"/>
            </a:solidFill>
            <a:prstDash val="solid"/>
          </a:ln>
        </p:spPr>
      </p:sp>
      <p:sp>
        <p:nvSpPr>
          <p:cNvPr id="10" name="Text 7"/>
          <p:cNvSpPr/>
          <p:nvPr/>
        </p:nvSpPr>
        <p:spPr>
          <a:xfrm>
            <a:off x="914400" y="4425696"/>
            <a:ext cx="5394960" cy="1234440"/>
          </a:xfrm>
          <a:prstGeom prst="rect">
            <a:avLst/>
          </a:prstGeom>
          <a:noFill/>
          <a:ln/>
        </p:spPr>
        <p:txBody>
          <a:bodyPr wrap="square" lIns="0" tIns="0" rIns="0" bIns="0" rtlCol="0" anchor="ctr">
            <a:normAutofit/>
          </a:bodyPr>
          <a:lstStyle/>
          <a:p>
            <a:pPr marL="0" indent="0">
              <a:buNone/>
            </a:pPr>
            <a:r>
              <a:rPr lang="en-US" sz="2000" dirty="0">
                <a:solidFill>
                  <a:srgbClr val="F0F8FC"/>
                </a:solidFill>
                <a:latin typeface="Inter" pitchFamily="34" charset="0"/>
                <a:ea typeface="Inter" pitchFamily="34" charset="-122"/>
                <a:cs typeface="Inter" pitchFamily="34" charset="-120"/>
              </a:rPr>
              <a:t>Recover the fragments.</a:t>
            </a:r>
            <a:endParaRPr lang="en-US" sz="2000" dirty="0"/>
          </a:p>
          <a:p>
            <a:pPr marL="0" indent="0">
              <a:buNone/>
            </a:pPr>
            <a:r>
              <a:rPr lang="en-US" sz="2000" dirty="0">
                <a:solidFill>
                  <a:srgbClr val="F0F8FC"/>
                </a:solidFill>
                <a:latin typeface="Inter" pitchFamily="34" charset="0"/>
                <a:ea typeface="Inter" pitchFamily="34" charset="-122"/>
                <a:cs typeface="Inter" pitchFamily="34" charset="-120"/>
              </a:rPr>
              <a:t>Reconstruct the message.</a:t>
            </a:r>
            <a:endParaRPr lang="en-US" sz="2000" dirty="0"/>
          </a:p>
          <a:p>
            <a:pPr marL="0" indent="0">
              <a:buNone/>
            </a:pPr>
            <a:r>
              <a:rPr lang="en-US" sz="2000" dirty="0">
                <a:solidFill>
                  <a:srgbClr val="F0F8FC"/>
                </a:solidFill>
                <a:latin typeface="Inter" pitchFamily="34" charset="0"/>
                <a:ea typeface="Inter" pitchFamily="34" charset="-122"/>
                <a:cs typeface="Inter" pitchFamily="34" charset="-120"/>
              </a:rPr>
              <a:t>Follow the evidence.</a:t>
            </a:r>
            <a:endParaRPr lang="en-US" sz="2000" dirty="0"/>
          </a:p>
        </p:txBody>
      </p:sp>
      <p:sp>
        <p:nvSpPr>
          <p:cNvPr id="11" name="Text 8"/>
          <p:cNvSpPr/>
          <p:nvPr/>
        </p:nvSpPr>
        <p:spPr>
          <a:xfrm>
            <a:off x="914400" y="6446520"/>
            <a:ext cx="10515600" cy="182880"/>
          </a:xfrm>
          <a:prstGeom prst="rect">
            <a:avLst/>
          </a:prstGeom>
          <a:noFill/>
          <a:ln/>
        </p:spPr>
        <p:txBody>
          <a:bodyPr wrap="square" lIns="0" tIns="0" rIns="0" bIns="0" rtlCol="0" anchor="ctr">
            <a:normAutofit/>
          </a:bodyPr>
          <a:lstStyle/>
          <a:p>
            <a:pPr marL="0" indent="0">
              <a:buNone/>
            </a:pPr>
            <a:r>
              <a:rPr lang="en-US" sz="1000" kern="0" spc="70" dirty="0">
                <a:solidFill>
                  <a:srgbClr val="B0C6D1"/>
                </a:solidFill>
                <a:latin typeface="Inter" pitchFamily="34" charset="0"/>
                <a:ea typeface="Inter" pitchFamily="34" charset="-122"/>
                <a:cs typeface="Inter" pitchFamily="34" charset="-120"/>
              </a:rPr>
              <a:t>MISSION FILE: ODYSSEY     •     SIGNAL RECOVERY IN PROGRESS</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mnt/data/a_cinematic_sci_fi_control_room_observatory_scene.png"/>
          <p:cNvPicPr>
            <a:picLocks noChangeAspect="1"/>
          </p:cNvPicPr>
          <p:nvPr/>
        </p:nvPicPr>
        <p:blipFill>
          <a:blip r:embed="rId3"/>
          <a:stretch>
            <a:fillRect/>
          </a:stretch>
        </p:blipFill>
        <p:spPr>
          <a:xfrm>
            <a:off x="0" y="0"/>
            <a:ext cx="12192000" cy="6858000"/>
          </a:xfrm>
          <a:prstGeom prst="rect">
            <a:avLst/>
          </a:prstGeom>
        </p:spPr>
      </p:pic>
      <p:sp>
        <p:nvSpPr>
          <p:cNvPr id="3" name="Shape 0"/>
          <p:cNvSpPr/>
          <p:nvPr/>
        </p:nvSpPr>
        <p:spPr>
          <a:xfrm>
            <a:off x="0" y="0"/>
            <a:ext cx="12192000" cy="6858000"/>
          </a:xfrm>
          <a:prstGeom prst="rect">
            <a:avLst/>
          </a:prstGeom>
          <a:solidFill>
            <a:srgbClr val="071321">
              <a:alpha val="78000"/>
            </a:srgbClr>
          </a:solidFill>
          <a:ln w="12700">
            <a:solidFill>
              <a:srgbClr val="071321">
                <a:alpha val="0"/>
              </a:srgbClr>
            </a:solidFill>
            <a:prstDash val="solid"/>
          </a:ln>
        </p:spPr>
      </p:sp>
      <p:sp>
        <p:nvSpPr>
          <p:cNvPr id="4" name="Shape 1"/>
          <p:cNvSpPr/>
          <p:nvPr/>
        </p:nvSpPr>
        <p:spPr>
          <a:xfrm>
            <a:off x="612648" y="6510528"/>
            <a:ext cx="10972800" cy="914"/>
          </a:xfrm>
          <a:prstGeom prst="line">
            <a:avLst/>
          </a:prstGeom>
          <a:noFill/>
          <a:ln w="10160">
            <a:solidFill>
              <a:srgbClr val="28506A"/>
            </a:solidFill>
            <a:prstDash val="solid"/>
          </a:ln>
        </p:spPr>
      </p:sp>
      <p:sp>
        <p:nvSpPr>
          <p:cNvPr id="5" name="Text 2"/>
          <p:cNvSpPr/>
          <p:nvPr/>
        </p:nvSpPr>
        <p:spPr>
          <a:xfrm>
            <a:off x="630936" y="6556248"/>
            <a:ext cx="7315200" cy="173736"/>
          </a:xfrm>
          <a:prstGeom prst="rect">
            <a:avLst/>
          </a:prstGeom>
          <a:noFill/>
          <a:ln/>
        </p:spPr>
        <p:txBody>
          <a:bodyPr wrap="square" lIns="0" tIns="0" rIns="0" bIns="0" rtlCol="0" anchor="ctr">
            <a:normAutofit/>
          </a:bodyPr>
          <a:lstStyle/>
          <a:p>
            <a:pPr marL="0" indent="0">
              <a:buNone/>
            </a:pPr>
            <a:r>
              <a:rPr lang="en-US" sz="800" b="1" kern="0" spc="150" dirty="0">
                <a:solidFill>
                  <a:srgbClr val="7F9FB0"/>
                </a:solidFill>
                <a:latin typeface="Inter" pitchFamily="34" charset="0"/>
                <a:ea typeface="Inter" pitchFamily="34" charset="-122"/>
                <a:cs typeface="Inter" pitchFamily="34" charset="-120"/>
              </a:rPr>
              <a:t>C3  //  THE LAST TRANSMISSION  //  ACT I</a:t>
            </a:r>
            <a:endParaRPr lang="en-US" sz="800" dirty="0"/>
          </a:p>
        </p:txBody>
      </p:sp>
      <p:sp>
        <p:nvSpPr>
          <p:cNvPr id="6" name="Text 3"/>
          <p:cNvSpPr/>
          <p:nvPr/>
        </p:nvSpPr>
        <p:spPr>
          <a:xfrm>
            <a:off x="10972800" y="6556248"/>
            <a:ext cx="530352" cy="173736"/>
          </a:xfrm>
          <a:prstGeom prst="rect">
            <a:avLst/>
          </a:prstGeom>
          <a:noFill/>
          <a:ln/>
        </p:spPr>
        <p:txBody>
          <a:bodyPr wrap="square" lIns="0" tIns="0" rIns="0" bIns="0" rtlCol="0" anchor="ctr">
            <a:normAutofit/>
          </a:bodyPr>
          <a:lstStyle/>
          <a:p>
            <a:pPr marL="0" indent="0" algn="r">
              <a:buNone/>
            </a:pPr>
            <a:r>
              <a:rPr lang="en-US" sz="800" b="1" dirty="0">
                <a:solidFill>
                  <a:srgbClr val="7F9FB0"/>
                </a:solidFill>
                <a:latin typeface="Inter" pitchFamily="34" charset="0"/>
                <a:ea typeface="Inter" pitchFamily="34" charset="-122"/>
                <a:cs typeface="Inter" pitchFamily="34" charset="-120"/>
              </a:rPr>
              <a:t>02</a:t>
            </a:r>
            <a:endParaRPr lang="en-US" sz="800" dirty="0"/>
          </a:p>
        </p:txBody>
      </p:sp>
      <p:sp>
        <p:nvSpPr>
          <p:cNvPr id="7" name="Shape 4"/>
          <p:cNvSpPr/>
          <p:nvPr/>
        </p:nvSpPr>
        <p:spPr>
          <a:xfrm>
            <a:off x="0" y="0"/>
            <a:ext cx="6720840" cy="6501384"/>
          </a:xfrm>
          <a:prstGeom prst="rect">
            <a:avLst/>
          </a:prstGeom>
          <a:solidFill>
            <a:srgbClr val="071321">
              <a:alpha val="99000"/>
            </a:srgbClr>
          </a:solidFill>
          <a:ln w="12700">
            <a:solidFill>
              <a:srgbClr val="071321">
                <a:alpha val="0"/>
              </a:srgbClr>
            </a:solidFill>
            <a:prstDash val="solid"/>
          </a:ln>
        </p:spPr>
      </p:sp>
      <p:sp>
        <p:nvSpPr>
          <p:cNvPr id="8" name="Text 5"/>
          <p:cNvSpPr/>
          <p:nvPr/>
        </p:nvSpPr>
        <p:spPr>
          <a:xfrm>
            <a:off x="658368" y="576072"/>
            <a:ext cx="6126480" cy="320040"/>
          </a:xfrm>
          <a:prstGeom prst="rect">
            <a:avLst/>
          </a:prstGeom>
          <a:noFill/>
          <a:ln/>
        </p:spPr>
        <p:txBody>
          <a:bodyPr wrap="square" lIns="0" tIns="0" rIns="0" bIns="0" rtlCol="0" anchor="ctr">
            <a:normAutofit/>
          </a:bodyPr>
          <a:lstStyle/>
          <a:p>
            <a:pPr marL="0" indent="0">
              <a:buNone/>
            </a:pPr>
            <a:r>
              <a:rPr lang="en-US" sz="1200" b="1" kern="0" spc="170" dirty="0">
                <a:solidFill>
                  <a:srgbClr val="5DE4E2"/>
                </a:solidFill>
                <a:latin typeface="Inter" pitchFamily="34" charset="0"/>
                <a:ea typeface="Inter" pitchFamily="34" charset="-122"/>
                <a:cs typeface="Inter" pitchFamily="34" charset="-120"/>
              </a:rPr>
              <a:t>MISSION CONTROL / ACTIVE</a:t>
            </a:r>
            <a:endParaRPr lang="en-US" sz="1200" dirty="0"/>
          </a:p>
        </p:txBody>
      </p:sp>
      <p:sp>
        <p:nvSpPr>
          <p:cNvPr id="9" name="Text 6"/>
          <p:cNvSpPr/>
          <p:nvPr/>
        </p:nvSpPr>
        <p:spPr>
          <a:xfrm>
            <a:off x="640080" y="1225296"/>
            <a:ext cx="6126480" cy="1280160"/>
          </a:xfrm>
          <a:prstGeom prst="rect">
            <a:avLst/>
          </a:prstGeom>
          <a:noFill/>
          <a:ln/>
        </p:spPr>
        <p:txBody>
          <a:bodyPr wrap="square" lIns="0" tIns="0" rIns="0" bIns="0" rtlCol="0" anchor="ctr">
            <a:normAutofit/>
          </a:bodyPr>
          <a:lstStyle/>
          <a:p>
            <a:pPr marL="0" indent="0">
              <a:buNone/>
            </a:pPr>
            <a:r>
              <a:rPr lang="en-US" sz="4100" b="1" dirty="0">
                <a:solidFill>
                  <a:srgbClr val="F0F8FC"/>
                </a:solidFill>
                <a:latin typeface="Inter Display" pitchFamily="34" charset="0"/>
                <a:ea typeface="Inter Display" pitchFamily="34" charset="-122"/>
                <a:cs typeface="Inter Display" pitchFamily="34" charset="-120"/>
              </a:rPr>
              <a:t>YOUR MISSION</a:t>
            </a:r>
            <a:endParaRPr lang="en-US" sz="4100" dirty="0"/>
          </a:p>
          <a:p>
            <a:pPr marL="0" indent="0">
              <a:buNone/>
            </a:pPr>
            <a:r>
              <a:rPr lang="en-US" sz="4100" b="1" dirty="0">
                <a:solidFill>
                  <a:srgbClr val="F0F8FC"/>
                </a:solidFill>
                <a:latin typeface="Inter Display" pitchFamily="34" charset="0"/>
                <a:ea typeface="Inter Display" pitchFamily="34" charset="-122"/>
                <a:cs typeface="Inter Display" pitchFamily="34" charset="-120"/>
              </a:rPr>
              <a:t>TONIGHT</a:t>
            </a:r>
            <a:endParaRPr lang="en-US" sz="4100" dirty="0"/>
          </a:p>
        </p:txBody>
      </p:sp>
      <p:sp>
        <p:nvSpPr>
          <p:cNvPr id="10" name="Text 7"/>
          <p:cNvSpPr/>
          <p:nvPr/>
        </p:nvSpPr>
        <p:spPr>
          <a:xfrm>
            <a:off x="685800" y="2743200"/>
            <a:ext cx="5440680" cy="914400"/>
          </a:xfrm>
          <a:prstGeom prst="rect">
            <a:avLst/>
          </a:prstGeom>
          <a:noFill/>
          <a:ln/>
        </p:spPr>
        <p:txBody>
          <a:bodyPr wrap="square" lIns="0" tIns="0" rIns="0" bIns="0" rtlCol="0" anchor="ctr">
            <a:normAutofit/>
          </a:bodyPr>
          <a:lstStyle/>
          <a:p>
            <a:pPr marL="0" indent="0">
              <a:buNone/>
            </a:pPr>
            <a:r>
              <a:rPr lang="en-US" sz="2100" dirty="0">
                <a:solidFill>
                  <a:srgbClr val="F0F8FC"/>
                </a:solidFill>
                <a:latin typeface="Inter" pitchFamily="34" charset="0"/>
                <a:ea typeface="Inter" pitchFamily="34" charset="-122"/>
                <a:cs typeface="Inter" pitchFamily="34" charset="-120"/>
              </a:rPr>
              <a:t>You are software engineers at the Deep Space Communications Center.</a:t>
            </a:r>
            <a:endParaRPr lang="en-US" sz="2100" dirty="0"/>
          </a:p>
        </p:txBody>
      </p:sp>
      <p:sp>
        <p:nvSpPr>
          <p:cNvPr id="11" name="Shape 8"/>
          <p:cNvSpPr/>
          <p:nvPr/>
        </p:nvSpPr>
        <p:spPr>
          <a:xfrm>
            <a:off x="685800" y="3931920"/>
            <a:ext cx="1600200" cy="356616"/>
          </a:xfrm>
          <a:prstGeom prst="roundRect">
            <a:avLst/>
          </a:prstGeom>
          <a:solidFill>
            <a:srgbClr val="11283B">
              <a:alpha val="92000"/>
            </a:srgbClr>
          </a:solidFill>
          <a:ln w="8890">
            <a:solidFill>
              <a:srgbClr val="5DE4E2">
                <a:alpha val="50000"/>
              </a:srgbClr>
            </a:solidFill>
            <a:prstDash val="solid"/>
          </a:ln>
        </p:spPr>
      </p:sp>
      <p:sp>
        <p:nvSpPr>
          <p:cNvPr id="12" name="Text 9"/>
          <p:cNvSpPr/>
          <p:nvPr/>
        </p:nvSpPr>
        <p:spPr>
          <a:xfrm>
            <a:off x="795528" y="3982212"/>
            <a:ext cx="1399032" cy="237744"/>
          </a:xfrm>
          <a:prstGeom prst="rect">
            <a:avLst/>
          </a:prstGeom>
          <a:noFill/>
          <a:ln/>
        </p:spPr>
        <p:txBody>
          <a:bodyPr wrap="square" lIns="0" tIns="0" rIns="0" bIns="0" rtlCol="0" anchor="ctr">
            <a:normAutofit/>
          </a:bodyPr>
          <a:lstStyle/>
          <a:p>
            <a:pPr marL="0" indent="0">
              <a:buNone/>
            </a:pPr>
            <a:r>
              <a:rPr lang="en-US" sz="1000" b="1" kern="0" spc="100" dirty="0">
                <a:solidFill>
                  <a:srgbClr val="5DE4E2"/>
                </a:solidFill>
                <a:latin typeface="Inter" pitchFamily="34" charset="0"/>
                <a:ea typeface="Inter" pitchFamily="34" charset="-122"/>
                <a:cs typeface="Inter" pitchFamily="34" charset="-120"/>
              </a:rPr>
              <a:t>YEAR  2126</a:t>
            </a:r>
            <a:endParaRPr lang="en-US" sz="1000" dirty="0"/>
          </a:p>
        </p:txBody>
      </p:sp>
      <p:sp>
        <p:nvSpPr>
          <p:cNvPr id="13" name="Shape 10"/>
          <p:cNvSpPr/>
          <p:nvPr/>
        </p:nvSpPr>
        <p:spPr>
          <a:xfrm>
            <a:off x="2487168" y="3931920"/>
            <a:ext cx="2157984" cy="356616"/>
          </a:xfrm>
          <a:prstGeom prst="roundRect">
            <a:avLst/>
          </a:prstGeom>
          <a:solidFill>
            <a:srgbClr val="11283B">
              <a:alpha val="92000"/>
            </a:srgbClr>
          </a:solidFill>
          <a:ln w="8890">
            <a:solidFill>
              <a:srgbClr val="FFC26E">
                <a:alpha val="50000"/>
              </a:srgbClr>
            </a:solidFill>
            <a:prstDash val="solid"/>
          </a:ln>
        </p:spPr>
      </p:sp>
      <p:sp>
        <p:nvSpPr>
          <p:cNvPr id="14" name="Text 11"/>
          <p:cNvSpPr/>
          <p:nvPr/>
        </p:nvSpPr>
        <p:spPr>
          <a:xfrm>
            <a:off x="2596896" y="3982212"/>
            <a:ext cx="1956816" cy="237744"/>
          </a:xfrm>
          <a:prstGeom prst="rect">
            <a:avLst/>
          </a:prstGeom>
          <a:noFill/>
          <a:ln/>
        </p:spPr>
        <p:txBody>
          <a:bodyPr wrap="square" lIns="0" tIns="0" rIns="0" bIns="0" rtlCol="0" anchor="ctr">
            <a:normAutofit/>
          </a:bodyPr>
          <a:lstStyle/>
          <a:p>
            <a:pPr marL="0" indent="0">
              <a:buNone/>
            </a:pPr>
            <a:r>
              <a:rPr lang="en-US" sz="1000" b="1" kern="0" spc="100" dirty="0">
                <a:solidFill>
                  <a:srgbClr val="FFC26E"/>
                </a:solidFill>
                <a:latin typeface="Inter" pitchFamily="34" charset="0"/>
                <a:ea typeface="Inter" pitchFamily="34" charset="-122"/>
                <a:cs typeface="Inter" pitchFamily="34" charset="-120"/>
              </a:rPr>
              <a:t>VESSEL  ODYSSEY</a:t>
            </a:r>
            <a:endParaRPr lang="en-US" sz="1000" dirty="0"/>
          </a:p>
        </p:txBody>
      </p:sp>
      <p:sp>
        <p:nvSpPr>
          <p:cNvPr id="15" name="Shape 12"/>
          <p:cNvSpPr/>
          <p:nvPr/>
        </p:nvSpPr>
        <p:spPr>
          <a:xfrm>
            <a:off x="4818888" y="3931920"/>
            <a:ext cx="1508760" cy="356616"/>
          </a:xfrm>
          <a:prstGeom prst="roundRect">
            <a:avLst/>
          </a:prstGeom>
          <a:solidFill>
            <a:srgbClr val="11283B">
              <a:alpha val="92000"/>
            </a:srgbClr>
          </a:solidFill>
          <a:ln w="8890">
            <a:solidFill>
              <a:srgbClr val="70E3B1">
                <a:alpha val="50000"/>
              </a:srgbClr>
            </a:solidFill>
            <a:prstDash val="solid"/>
          </a:ln>
        </p:spPr>
      </p:sp>
      <p:sp>
        <p:nvSpPr>
          <p:cNvPr id="16" name="Text 13"/>
          <p:cNvSpPr/>
          <p:nvPr/>
        </p:nvSpPr>
        <p:spPr>
          <a:xfrm>
            <a:off x="4928616" y="3982212"/>
            <a:ext cx="1307592" cy="237744"/>
          </a:xfrm>
          <a:prstGeom prst="rect">
            <a:avLst/>
          </a:prstGeom>
          <a:noFill/>
          <a:ln/>
        </p:spPr>
        <p:txBody>
          <a:bodyPr wrap="square" lIns="0" tIns="0" rIns="0" bIns="0" rtlCol="0" anchor="ctr">
            <a:normAutofit/>
          </a:bodyPr>
          <a:lstStyle/>
          <a:p>
            <a:pPr marL="0" indent="0">
              <a:buNone/>
            </a:pPr>
            <a:r>
              <a:rPr lang="en-US" sz="1000" b="1" kern="0" spc="100" dirty="0">
                <a:solidFill>
                  <a:srgbClr val="70E3B1"/>
                </a:solidFill>
                <a:latin typeface="Inter" pitchFamily="34" charset="0"/>
                <a:ea typeface="Inter" pitchFamily="34" charset="-122"/>
                <a:cs typeface="Inter" pitchFamily="34" charset="-120"/>
              </a:rPr>
              <a:t>STATUS  OPEN</a:t>
            </a:r>
            <a:endParaRPr lang="en-US" sz="1000" dirty="0"/>
          </a:p>
        </p:txBody>
      </p:sp>
      <p:sp>
        <p:nvSpPr>
          <p:cNvPr id="17" name="Text 14"/>
          <p:cNvSpPr/>
          <p:nvPr/>
        </p:nvSpPr>
        <p:spPr>
          <a:xfrm>
            <a:off x="685800" y="4636008"/>
            <a:ext cx="5696712" cy="950976"/>
          </a:xfrm>
          <a:prstGeom prst="rect">
            <a:avLst/>
          </a:prstGeom>
          <a:noFill/>
          <a:ln/>
        </p:spPr>
        <p:txBody>
          <a:bodyPr wrap="square" lIns="0" tIns="0" rIns="0" bIns="0" rtlCol="0" anchor="ctr">
            <a:normAutofit/>
          </a:bodyPr>
          <a:lstStyle/>
          <a:p>
            <a:pPr marL="0" indent="0">
              <a:buNone/>
            </a:pPr>
            <a:r>
              <a:rPr lang="en-US" sz="1800" dirty="0">
                <a:solidFill>
                  <a:srgbClr val="B0C6D1"/>
                </a:solidFill>
                <a:latin typeface="Inter" pitchFamily="34" charset="0"/>
                <a:ea typeface="Inter" pitchFamily="34" charset="-122"/>
                <a:cs typeface="Inter" pitchFamily="34" charset="-120"/>
              </a:rPr>
              <a:t>The Signal Recovery Team recovers evidence.</a:t>
            </a:r>
            <a:endParaRPr lang="en-US" sz="1800" dirty="0"/>
          </a:p>
          <a:p>
            <a:pPr marL="0" indent="0">
              <a:buNone/>
            </a:pPr>
            <a:r>
              <a:rPr lang="en-US" sz="1800" dirty="0">
                <a:solidFill>
                  <a:srgbClr val="B0C6D1"/>
                </a:solidFill>
                <a:latin typeface="Inter" pitchFamily="34" charset="0"/>
                <a:ea typeface="Inter" pitchFamily="34" charset="-122"/>
                <a:cs typeface="Inter" pitchFamily="34" charset="-120"/>
              </a:rPr>
              <a:t>You and your partner reconstruct its meaning.</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8834385" y="2430593"/>
            <a:ext cx="14678" cy="14678"/>
          </a:xfrm>
          <a:prstGeom prst="ellipse">
            <a:avLst/>
          </a:prstGeom>
          <a:solidFill>
            <a:srgbClr val="5DE4E2">
              <a:alpha val="55000"/>
            </a:srgbClr>
          </a:solidFill>
          <a:ln w="12700">
            <a:solidFill>
              <a:srgbClr val="071321">
                <a:alpha val="0"/>
              </a:srgbClr>
            </a:solidFill>
            <a:prstDash val="solid"/>
          </a:ln>
        </p:spPr>
      </p:sp>
      <p:sp>
        <p:nvSpPr>
          <p:cNvPr id="3" name="Shape 1"/>
          <p:cNvSpPr/>
          <p:nvPr/>
        </p:nvSpPr>
        <p:spPr>
          <a:xfrm>
            <a:off x="3699085" y="886060"/>
            <a:ext cx="13528" cy="13528"/>
          </a:xfrm>
          <a:prstGeom prst="ellipse">
            <a:avLst/>
          </a:prstGeom>
          <a:solidFill>
            <a:srgbClr val="D3E2ED">
              <a:alpha val="30000"/>
            </a:srgbClr>
          </a:solidFill>
          <a:ln w="12700">
            <a:solidFill>
              <a:srgbClr val="071321">
                <a:alpha val="0"/>
              </a:srgbClr>
            </a:solidFill>
            <a:prstDash val="solid"/>
          </a:ln>
        </p:spPr>
      </p:sp>
      <p:sp>
        <p:nvSpPr>
          <p:cNvPr id="4" name="Shape 2"/>
          <p:cNvSpPr/>
          <p:nvPr/>
        </p:nvSpPr>
        <p:spPr>
          <a:xfrm>
            <a:off x="5500014" y="814864"/>
            <a:ext cx="15900" cy="15900"/>
          </a:xfrm>
          <a:prstGeom prst="ellipse">
            <a:avLst/>
          </a:prstGeom>
          <a:solidFill>
            <a:srgbClr val="D3E2ED">
              <a:alpha val="30000"/>
            </a:srgbClr>
          </a:solidFill>
          <a:ln w="12700">
            <a:solidFill>
              <a:srgbClr val="071321">
                <a:alpha val="0"/>
              </a:srgbClr>
            </a:solidFill>
            <a:prstDash val="solid"/>
          </a:ln>
        </p:spPr>
      </p:sp>
      <p:sp>
        <p:nvSpPr>
          <p:cNvPr id="5" name="Shape 3"/>
          <p:cNvSpPr/>
          <p:nvPr/>
        </p:nvSpPr>
        <p:spPr>
          <a:xfrm>
            <a:off x="6098380" y="5028065"/>
            <a:ext cx="10774" cy="10774"/>
          </a:xfrm>
          <a:prstGeom prst="ellipse">
            <a:avLst/>
          </a:prstGeom>
          <a:solidFill>
            <a:srgbClr val="D3E2ED">
              <a:alpha val="30000"/>
            </a:srgbClr>
          </a:solidFill>
          <a:ln w="12700">
            <a:solidFill>
              <a:srgbClr val="071321">
                <a:alpha val="0"/>
              </a:srgbClr>
            </a:solidFill>
            <a:prstDash val="solid"/>
          </a:ln>
        </p:spPr>
      </p:sp>
      <p:sp>
        <p:nvSpPr>
          <p:cNvPr id="6" name="Shape 4"/>
          <p:cNvSpPr/>
          <p:nvPr/>
        </p:nvSpPr>
        <p:spPr>
          <a:xfrm>
            <a:off x="349257" y="4422381"/>
            <a:ext cx="17274" cy="17274"/>
          </a:xfrm>
          <a:prstGeom prst="ellipse">
            <a:avLst/>
          </a:prstGeom>
          <a:solidFill>
            <a:srgbClr val="D3E2ED">
              <a:alpha val="30000"/>
            </a:srgbClr>
          </a:solidFill>
          <a:ln w="12700">
            <a:solidFill>
              <a:srgbClr val="071321">
                <a:alpha val="0"/>
              </a:srgbClr>
            </a:solidFill>
            <a:prstDash val="solid"/>
          </a:ln>
        </p:spPr>
      </p:sp>
      <p:sp>
        <p:nvSpPr>
          <p:cNvPr id="7" name="Shape 5"/>
          <p:cNvSpPr/>
          <p:nvPr/>
        </p:nvSpPr>
        <p:spPr>
          <a:xfrm>
            <a:off x="8573470" y="6395646"/>
            <a:ext cx="12281" cy="12281"/>
          </a:xfrm>
          <a:prstGeom prst="ellipse">
            <a:avLst/>
          </a:prstGeom>
          <a:solidFill>
            <a:srgbClr val="D3E2ED">
              <a:alpha val="30000"/>
            </a:srgbClr>
          </a:solidFill>
          <a:ln w="12700">
            <a:solidFill>
              <a:srgbClr val="071321">
                <a:alpha val="0"/>
              </a:srgbClr>
            </a:solidFill>
            <a:prstDash val="solid"/>
          </a:ln>
        </p:spPr>
      </p:sp>
      <p:sp>
        <p:nvSpPr>
          <p:cNvPr id="8" name="Shape 6"/>
          <p:cNvSpPr/>
          <p:nvPr/>
        </p:nvSpPr>
        <p:spPr>
          <a:xfrm>
            <a:off x="3503312" y="1756308"/>
            <a:ext cx="16887" cy="16887"/>
          </a:xfrm>
          <a:prstGeom prst="ellipse">
            <a:avLst/>
          </a:prstGeom>
          <a:solidFill>
            <a:srgbClr val="D3E2ED">
              <a:alpha val="30000"/>
            </a:srgbClr>
          </a:solidFill>
          <a:ln w="12700">
            <a:solidFill>
              <a:srgbClr val="071321">
                <a:alpha val="0"/>
              </a:srgbClr>
            </a:solidFill>
            <a:prstDash val="solid"/>
          </a:ln>
        </p:spPr>
      </p:sp>
      <p:sp>
        <p:nvSpPr>
          <p:cNvPr id="9" name="Shape 7"/>
          <p:cNvSpPr/>
          <p:nvPr/>
        </p:nvSpPr>
        <p:spPr>
          <a:xfrm>
            <a:off x="1247715" y="685072"/>
            <a:ext cx="9259" cy="9259"/>
          </a:xfrm>
          <a:prstGeom prst="ellipse">
            <a:avLst/>
          </a:prstGeom>
          <a:solidFill>
            <a:srgbClr val="5DE4E2">
              <a:alpha val="55000"/>
            </a:srgbClr>
          </a:solidFill>
          <a:ln w="12700">
            <a:solidFill>
              <a:srgbClr val="071321">
                <a:alpha val="0"/>
              </a:srgbClr>
            </a:solidFill>
            <a:prstDash val="solid"/>
          </a:ln>
        </p:spPr>
      </p:sp>
      <p:sp>
        <p:nvSpPr>
          <p:cNvPr id="10" name="Shape 8"/>
          <p:cNvSpPr/>
          <p:nvPr/>
        </p:nvSpPr>
        <p:spPr>
          <a:xfrm>
            <a:off x="3614575" y="5272245"/>
            <a:ext cx="13977" cy="13977"/>
          </a:xfrm>
          <a:prstGeom prst="ellipse">
            <a:avLst/>
          </a:prstGeom>
          <a:solidFill>
            <a:srgbClr val="D3E2ED">
              <a:alpha val="30000"/>
            </a:srgbClr>
          </a:solidFill>
          <a:ln w="12700">
            <a:solidFill>
              <a:srgbClr val="071321">
                <a:alpha val="0"/>
              </a:srgbClr>
            </a:solidFill>
            <a:prstDash val="solid"/>
          </a:ln>
        </p:spPr>
      </p:sp>
      <p:sp>
        <p:nvSpPr>
          <p:cNvPr id="11" name="Shape 9"/>
          <p:cNvSpPr/>
          <p:nvPr/>
        </p:nvSpPr>
        <p:spPr>
          <a:xfrm>
            <a:off x="6130457" y="1941589"/>
            <a:ext cx="13108" cy="13108"/>
          </a:xfrm>
          <a:prstGeom prst="ellipse">
            <a:avLst/>
          </a:prstGeom>
          <a:solidFill>
            <a:srgbClr val="D3E2ED">
              <a:alpha val="30000"/>
            </a:srgbClr>
          </a:solidFill>
          <a:ln w="12700">
            <a:solidFill>
              <a:srgbClr val="071321">
                <a:alpha val="0"/>
              </a:srgbClr>
            </a:solidFill>
            <a:prstDash val="solid"/>
          </a:ln>
        </p:spPr>
      </p:sp>
      <p:sp>
        <p:nvSpPr>
          <p:cNvPr id="12" name="Shape 10"/>
          <p:cNvSpPr/>
          <p:nvPr/>
        </p:nvSpPr>
        <p:spPr>
          <a:xfrm>
            <a:off x="3031155" y="987189"/>
            <a:ext cx="9336" cy="9336"/>
          </a:xfrm>
          <a:prstGeom prst="ellipse">
            <a:avLst/>
          </a:prstGeom>
          <a:solidFill>
            <a:srgbClr val="D3E2ED">
              <a:alpha val="30000"/>
            </a:srgbClr>
          </a:solidFill>
          <a:ln w="12700">
            <a:solidFill>
              <a:srgbClr val="071321">
                <a:alpha val="0"/>
              </a:srgbClr>
            </a:solidFill>
            <a:prstDash val="solid"/>
          </a:ln>
        </p:spPr>
      </p:sp>
      <p:sp>
        <p:nvSpPr>
          <p:cNvPr id="13" name="Shape 11"/>
          <p:cNvSpPr/>
          <p:nvPr/>
        </p:nvSpPr>
        <p:spPr>
          <a:xfrm>
            <a:off x="8895756" y="3905389"/>
            <a:ext cx="7470" cy="7470"/>
          </a:xfrm>
          <a:prstGeom prst="ellipse">
            <a:avLst/>
          </a:prstGeom>
          <a:solidFill>
            <a:srgbClr val="D3E2ED">
              <a:alpha val="30000"/>
            </a:srgbClr>
          </a:solidFill>
          <a:ln w="12700">
            <a:solidFill>
              <a:srgbClr val="071321">
                <a:alpha val="0"/>
              </a:srgbClr>
            </a:solidFill>
            <a:prstDash val="solid"/>
          </a:ln>
        </p:spPr>
      </p:sp>
      <p:sp>
        <p:nvSpPr>
          <p:cNvPr id="14" name="Shape 12"/>
          <p:cNvSpPr/>
          <p:nvPr/>
        </p:nvSpPr>
        <p:spPr>
          <a:xfrm>
            <a:off x="9105455" y="3984484"/>
            <a:ext cx="13557" cy="13557"/>
          </a:xfrm>
          <a:prstGeom prst="ellipse">
            <a:avLst/>
          </a:prstGeom>
          <a:solidFill>
            <a:srgbClr val="D3E2ED">
              <a:alpha val="30000"/>
            </a:srgbClr>
          </a:solidFill>
          <a:ln w="12700">
            <a:solidFill>
              <a:srgbClr val="071321">
                <a:alpha val="0"/>
              </a:srgbClr>
            </a:solidFill>
            <a:prstDash val="solid"/>
          </a:ln>
        </p:spPr>
      </p:sp>
      <p:sp>
        <p:nvSpPr>
          <p:cNvPr id="15" name="Shape 13"/>
          <p:cNvSpPr/>
          <p:nvPr/>
        </p:nvSpPr>
        <p:spPr>
          <a:xfrm>
            <a:off x="9763646" y="2701791"/>
            <a:ext cx="14265" cy="14265"/>
          </a:xfrm>
          <a:prstGeom prst="ellipse">
            <a:avLst/>
          </a:prstGeom>
          <a:solidFill>
            <a:srgbClr val="D3E2ED">
              <a:alpha val="30000"/>
            </a:srgbClr>
          </a:solidFill>
          <a:ln w="12700">
            <a:solidFill>
              <a:srgbClr val="071321">
                <a:alpha val="0"/>
              </a:srgbClr>
            </a:solidFill>
            <a:prstDash val="solid"/>
          </a:ln>
        </p:spPr>
      </p:sp>
      <p:sp>
        <p:nvSpPr>
          <p:cNvPr id="16" name="Shape 14"/>
          <p:cNvSpPr/>
          <p:nvPr/>
        </p:nvSpPr>
        <p:spPr>
          <a:xfrm>
            <a:off x="1187854" y="5918057"/>
            <a:ext cx="14779" cy="14779"/>
          </a:xfrm>
          <a:prstGeom prst="ellipse">
            <a:avLst/>
          </a:prstGeom>
          <a:solidFill>
            <a:srgbClr val="5DE4E2">
              <a:alpha val="55000"/>
            </a:srgbClr>
          </a:solidFill>
          <a:ln w="12700">
            <a:solidFill>
              <a:srgbClr val="071321">
                <a:alpha val="0"/>
              </a:srgbClr>
            </a:solidFill>
            <a:prstDash val="solid"/>
          </a:ln>
        </p:spPr>
      </p:sp>
      <p:sp>
        <p:nvSpPr>
          <p:cNvPr id="17" name="Shape 15"/>
          <p:cNvSpPr/>
          <p:nvPr/>
        </p:nvSpPr>
        <p:spPr>
          <a:xfrm>
            <a:off x="2077818" y="4315350"/>
            <a:ext cx="8337" cy="8337"/>
          </a:xfrm>
          <a:prstGeom prst="ellipse">
            <a:avLst/>
          </a:prstGeom>
          <a:solidFill>
            <a:srgbClr val="D3E2ED">
              <a:alpha val="30000"/>
            </a:srgbClr>
          </a:solidFill>
          <a:ln w="12700">
            <a:solidFill>
              <a:srgbClr val="071321">
                <a:alpha val="0"/>
              </a:srgbClr>
            </a:solidFill>
            <a:prstDash val="solid"/>
          </a:ln>
        </p:spPr>
      </p:sp>
      <p:sp>
        <p:nvSpPr>
          <p:cNvPr id="18" name="Shape 16"/>
          <p:cNvSpPr/>
          <p:nvPr/>
        </p:nvSpPr>
        <p:spPr>
          <a:xfrm>
            <a:off x="2014916" y="3241442"/>
            <a:ext cx="11991" cy="11991"/>
          </a:xfrm>
          <a:prstGeom prst="ellipse">
            <a:avLst/>
          </a:prstGeom>
          <a:solidFill>
            <a:srgbClr val="D3E2ED">
              <a:alpha val="30000"/>
            </a:srgbClr>
          </a:solidFill>
          <a:ln w="12700">
            <a:solidFill>
              <a:srgbClr val="071321">
                <a:alpha val="0"/>
              </a:srgbClr>
            </a:solidFill>
            <a:prstDash val="solid"/>
          </a:ln>
        </p:spPr>
      </p:sp>
      <p:sp>
        <p:nvSpPr>
          <p:cNvPr id="19" name="Shape 17"/>
          <p:cNvSpPr/>
          <p:nvPr/>
        </p:nvSpPr>
        <p:spPr>
          <a:xfrm>
            <a:off x="11292117" y="1538916"/>
            <a:ext cx="15588" cy="15588"/>
          </a:xfrm>
          <a:prstGeom prst="ellipse">
            <a:avLst/>
          </a:prstGeom>
          <a:solidFill>
            <a:srgbClr val="D3E2ED">
              <a:alpha val="30000"/>
            </a:srgbClr>
          </a:solidFill>
          <a:ln w="12700">
            <a:solidFill>
              <a:srgbClr val="071321">
                <a:alpha val="0"/>
              </a:srgbClr>
            </a:solidFill>
            <a:prstDash val="solid"/>
          </a:ln>
        </p:spPr>
      </p:sp>
      <p:sp>
        <p:nvSpPr>
          <p:cNvPr id="20" name="Shape 18"/>
          <p:cNvSpPr/>
          <p:nvPr/>
        </p:nvSpPr>
        <p:spPr>
          <a:xfrm>
            <a:off x="647885" y="4613387"/>
            <a:ext cx="16046" cy="16046"/>
          </a:xfrm>
          <a:prstGeom prst="ellipse">
            <a:avLst/>
          </a:prstGeom>
          <a:solidFill>
            <a:srgbClr val="D3E2ED">
              <a:alpha val="30000"/>
            </a:srgbClr>
          </a:solidFill>
          <a:ln w="12700">
            <a:solidFill>
              <a:srgbClr val="071321">
                <a:alpha val="0"/>
              </a:srgbClr>
            </a:solidFill>
            <a:prstDash val="solid"/>
          </a:ln>
        </p:spPr>
      </p:sp>
      <p:sp>
        <p:nvSpPr>
          <p:cNvPr id="21" name="Shape 19"/>
          <p:cNvSpPr/>
          <p:nvPr/>
        </p:nvSpPr>
        <p:spPr>
          <a:xfrm>
            <a:off x="6761148" y="2766669"/>
            <a:ext cx="13613" cy="13613"/>
          </a:xfrm>
          <a:prstGeom prst="ellipse">
            <a:avLst/>
          </a:prstGeom>
          <a:solidFill>
            <a:srgbClr val="D3E2ED">
              <a:alpha val="30000"/>
            </a:srgbClr>
          </a:solidFill>
          <a:ln w="12700">
            <a:solidFill>
              <a:srgbClr val="071321">
                <a:alpha val="0"/>
              </a:srgbClr>
            </a:solidFill>
            <a:prstDash val="solid"/>
          </a:ln>
        </p:spPr>
      </p:sp>
      <p:sp>
        <p:nvSpPr>
          <p:cNvPr id="22" name="Shape 20"/>
          <p:cNvSpPr/>
          <p:nvPr/>
        </p:nvSpPr>
        <p:spPr>
          <a:xfrm>
            <a:off x="9223101" y="5747822"/>
            <a:ext cx="14397" cy="14397"/>
          </a:xfrm>
          <a:prstGeom prst="ellipse">
            <a:avLst/>
          </a:prstGeom>
          <a:solidFill>
            <a:srgbClr val="D3E2ED">
              <a:alpha val="30000"/>
            </a:srgbClr>
          </a:solidFill>
          <a:ln w="12700">
            <a:solidFill>
              <a:srgbClr val="071321">
                <a:alpha val="0"/>
              </a:srgbClr>
            </a:solidFill>
            <a:prstDash val="solid"/>
          </a:ln>
        </p:spPr>
      </p:sp>
      <p:sp>
        <p:nvSpPr>
          <p:cNvPr id="23" name="Shape 21"/>
          <p:cNvSpPr/>
          <p:nvPr/>
        </p:nvSpPr>
        <p:spPr>
          <a:xfrm>
            <a:off x="3286989" y="2989836"/>
            <a:ext cx="9596" cy="9596"/>
          </a:xfrm>
          <a:prstGeom prst="ellipse">
            <a:avLst/>
          </a:prstGeom>
          <a:solidFill>
            <a:srgbClr val="5DE4E2">
              <a:alpha val="55000"/>
            </a:srgbClr>
          </a:solidFill>
          <a:ln w="12700">
            <a:solidFill>
              <a:srgbClr val="071321">
                <a:alpha val="0"/>
              </a:srgbClr>
            </a:solidFill>
            <a:prstDash val="solid"/>
          </a:ln>
        </p:spPr>
      </p:sp>
      <p:sp>
        <p:nvSpPr>
          <p:cNvPr id="24" name="Shape 22"/>
          <p:cNvSpPr/>
          <p:nvPr/>
        </p:nvSpPr>
        <p:spPr>
          <a:xfrm>
            <a:off x="3642096" y="2250239"/>
            <a:ext cx="16535" cy="16535"/>
          </a:xfrm>
          <a:prstGeom prst="ellipse">
            <a:avLst/>
          </a:prstGeom>
          <a:solidFill>
            <a:srgbClr val="D3E2ED">
              <a:alpha val="30000"/>
            </a:srgbClr>
          </a:solidFill>
          <a:ln w="12700">
            <a:solidFill>
              <a:srgbClr val="071321">
                <a:alpha val="0"/>
              </a:srgbClr>
            </a:solidFill>
            <a:prstDash val="solid"/>
          </a:ln>
        </p:spPr>
      </p:sp>
      <p:sp>
        <p:nvSpPr>
          <p:cNvPr id="25" name="Shape 23"/>
          <p:cNvSpPr/>
          <p:nvPr/>
        </p:nvSpPr>
        <p:spPr>
          <a:xfrm>
            <a:off x="6058376" y="4811046"/>
            <a:ext cx="17963" cy="17963"/>
          </a:xfrm>
          <a:prstGeom prst="ellipse">
            <a:avLst/>
          </a:prstGeom>
          <a:solidFill>
            <a:srgbClr val="D3E2ED">
              <a:alpha val="30000"/>
            </a:srgbClr>
          </a:solidFill>
          <a:ln w="12700">
            <a:solidFill>
              <a:srgbClr val="071321">
                <a:alpha val="0"/>
              </a:srgbClr>
            </a:solidFill>
            <a:prstDash val="solid"/>
          </a:ln>
        </p:spPr>
      </p:sp>
      <p:sp>
        <p:nvSpPr>
          <p:cNvPr id="26" name="Shape 24"/>
          <p:cNvSpPr/>
          <p:nvPr/>
        </p:nvSpPr>
        <p:spPr>
          <a:xfrm>
            <a:off x="0" y="0"/>
            <a:ext cx="12192000" cy="6858000"/>
          </a:xfrm>
          <a:prstGeom prst="rect">
            <a:avLst/>
          </a:prstGeom>
          <a:solidFill>
            <a:srgbClr val="071321">
              <a:alpha val="89000"/>
            </a:srgbClr>
          </a:solidFill>
          <a:ln w="12700">
            <a:solidFill>
              <a:srgbClr val="071321">
                <a:alpha val="0"/>
              </a:srgbClr>
            </a:solidFill>
            <a:prstDash val="solid"/>
          </a:ln>
        </p:spPr>
      </p:sp>
      <p:sp>
        <p:nvSpPr>
          <p:cNvPr id="27" name="Text 25"/>
          <p:cNvSpPr/>
          <p:nvPr/>
        </p:nvSpPr>
        <p:spPr>
          <a:xfrm>
            <a:off x="612648" y="347472"/>
            <a:ext cx="10058400" cy="274320"/>
          </a:xfrm>
          <a:prstGeom prst="rect">
            <a:avLst/>
          </a:prstGeom>
          <a:noFill/>
          <a:ln/>
        </p:spPr>
        <p:txBody>
          <a:bodyPr wrap="square" lIns="0" tIns="0" rIns="0" bIns="0" rtlCol="0" anchor="ctr">
            <a:normAutofit/>
          </a:bodyPr>
          <a:lstStyle/>
          <a:p>
            <a:pPr marL="0" indent="0">
              <a:buNone/>
            </a:pPr>
            <a:r>
              <a:rPr lang="en-US" sz="950" b="1" kern="0" spc="220" dirty="0">
                <a:solidFill>
                  <a:srgbClr val="5DE4E2"/>
                </a:solidFill>
                <a:latin typeface="Inter" pitchFamily="34" charset="0"/>
                <a:ea typeface="Inter" pitchFamily="34" charset="-122"/>
                <a:cs typeface="Inter" pitchFamily="34" charset="-120"/>
              </a:rPr>
              <a:t>DSCC  /  MISSION FILE: ODYSSEY</a:t>
            </a:r>
            <a:endParaRPr lang="en-US" sz="950" dirty="0"/>
          </a:p>
        </p:txBody>
      </p:sp>
      <p:sp>
        <p:nvSpPr>
          <p:cNvPr id="28" name="Text 26"/>
          <p:cNvSpPr/>
          <p:nvPr/>
        </p:nvSpPr>
        <p:spPr>
          <a:xfrm>
            <a:off x="612648" y="832104"/>
            <a:ext cx="10972800" cy="612648"/>
          </a:xfrm>
          <a:prstGeom prst="rect">
            <a:avLst/>
          </a:prstGeom>
          <a:noFill/>
          <a:ln/>
        </p:spPr>
        <p:txBody>
          <a:bodyPr wrap="square" lIns="0" tIns="0" rIns="0" bIns="0" rtlCol="0" anchor="ctr">
            <a:normAutofit/>
          </a:bodyPr>
          <a:lstStyle/>
          <a:p>
            <a:pPr marL="0" indent="0">
              <a:buNone/>
            </a:pPr>
            <a:r>
              <a:rPr lang="en-US" sz="3000" b="1" dirty="0">
                <a:solidFill>
                  <a:srgbClr val="F0F8FC"/>
                </a:solidFill>
                <a:latin typeface="Inter Display" pitchFamily="34" charset="0"/>
                <a:ea typeface="Inter Display" pitchFamily="34" charset="-122"/>
                <a:cs typeface="Inter Display" pitchFamily="34" charset="-120"/>
              </a:rPr>
              <a:t>A MESSAGE LOST IN SPACE</a:t>
            </a:r>
            <a:endParaRPr lang="en-US" sz="3000" dirty="0"/>
          </a:p>
        </p:txBody>
      </p:sp>
      <p:sp>
        <p:nvSpPr>
          <p:cNvPr id="29" name="Text 27"/>
          <p:cNvSpPr/>
          <p:nvPr/>
        </p:nvSpPr>
        <p:spPr>
          <a:xfrm>
            <a:off x="640080" y="1481328"/>
            <a:ext cx="10789920" cy="347472"/>
          </a:xfrm>
          <a:prstGeom prst="rect">
            <a:avLst/>
          </a:prstGeom>
          <a:noFill/>
          <a:ln/>
        </p:spPr>
        <p:txBody>
          <a:bodyPr wrap="square" lIns="0" tIns="0" rIns="0" bIns="0" rtlCol="0" anchor="ctr">
            <a:normAutofit/>
          </a:bodyPr>
          <a:lstStyle/>
          <a:p>
            <a:pPr marL="0" indent="0">
              <a:buNone/>
            </a:pPr>
            <a:r>
              <a:rPr lang="en-US" sz="1500" dirty="0">
                <a:solidFill>
                  <a:srgbClr val="B0C6D1"/>
                </a:solidFill>
                <a:latin typeface="Inter" pitchFamily="34" charset="0"/>
                <a:ea typeface="Inter" pitchFamily="34" charset="-122"/>
                <a:cs typeface="Inter" pitchFamily="34" charset="-120"/>
              </a:rPr>
              <a:t>One ship. One damaged recording. Decades of silence.</a:t>
            </a:r>
            <a:endParaRPr lang="en-US" sz="1500" dirty="0"/>
          </a:p>
        </p:txBody>
      </p:sp>
      <p:sp>
        <p:nvSpPr>
          <p:cNvPr id="30" name="Shape 28"/>
          <p:cNvSpPr/>
          <p:nvPr/>
        </p:nvSpPr>
        <p:spPr>
          <a:xfrm>
            <a:off x="612648" y="1865376"/>
            <a:ext cx="10972800" cy="914"/>
          </a:xfrm>
          <a:prstGeom prst="line">
            <a:avLst/>
          </a:prstGeom>
          <a:noFill/>
          <a:ln w="12700">
            <a:solidFill>
              <a:srgbClr val="28506A"/>
            </a:solidFill>
            <a:prstDash val="solid"/>
          </a:ln>
        </p:spPr>
      </p:sp>
      <p:sp>
        <p:nvSpPr>
          <p:cNvPr id="31" name="Shape 29"/>
          <p:cNvSpPr/>
          <p:nvPr/>
        </p:nvSpPr>
        <p:spPr>
          <a:xfrm>
            <a:off x="612648" y="6510528"/>
            <a:ext cx="10972800" cy="914"/>
          </a:xfrm>
          <a:prstGeom prst="line">
            <a:avLst/>
          </a:prstGeom>
          <a:noFill/>
          <a:ln w="10160">
            <a:solidFill>
              <a:srgbClr val="28506A"/>
            </a:solidFill>
            <a:prstDash val="solid"/>
          </a:ln>
        </p:spPr>
      </p:sp>
      <p:sp>
        <p:nvSpPr>
          <p:cNvPr id="32" name="Text 30"/>
          <p:cNvSpPr/>
          <p:nvPr/>
        </p:nvSpPr>
        <p:spPr>
          <a:xfrm>
            <a:off x="630936" y="6556248"/>
            <a:ext cx="7315200" cy="173736"/>
          </a:xfrm>
          <a:prstGeom prst="rect">
            <a:avLst/>
          </a:prstGeom>
          <a:noFill/>
          <a:ln/>
        </p:spPr>
        <p:txBody>
          <a:bodyPr wrap="square" lIns="0" tIns="0" rIns="0" bIns="0" rtlCol="0" anchor="ctr">
            <a:normAutofit/>
          </a:bodyPr>
          <a:lstStyle/>
          <a:p>
            <a:pPr marL="0" indent="0">
              <a:buNone/>
            </a:pPr>
            <a:r>
              <a:rPr lang="en-US" sz="800" b="1" kern="0" spc="150" dirty="0">
                <a:solidFill>
                  <a:srgbClr val="7F9FB0"/>
                </a:solidFill>
                <a:latin typeface="Inter" pitchFamily="34" charset="0"/>
                <a:ea typeface="Inter" pitchFamily="34" charset="-122"/>
                <a:cs typeface="Inter" pitchFamily="34" charset="-120"/>
              </a:rPr>
              <a:t>C3  //  THE LAST TRANSMISSION  //  ACT I</a:t>
            </a:r>
            <a:endParaRPr lang="en-US" sz="800" dirty="0"/>
          </a:p>
        </p:txBody>
      </p:sp>
      <p:sp>
        <p:nvSpPr>
          <p:cNvPr id="33" name="Text 31"/>
          <p:cNvSpPr/>
          <p:nvPr/>
        </p:nvSpPr>
        <p:spPr>
          <a:xfrm>
            <a:off x="10972800" y="6556248"/>
            <a:ext cx="530352" cy="173736"/>
          </a:xfrm>
          <a:prstGeom prst="rect">
            <a:avLst/>
          </a:prstGeom>
          <a:noFill/>
          <a:ln/>
        </p:spPr>
        <p:txBody>
          <a:bodyPr wrap="square" lIns="0" tIns="0" rIns="0" bIns="0" rtlCol="0" anchor="ctr">
            <a:normAutofit/>
          </a:bodyPr>
          <a:lstStyle/>
          <a:p>
            <a:pPr marL="0" indent="0" algn="r">
              <a:buNone/>
            </a:pPr>
            <a:r>
              <a:rPr lang="en-US" sz="800" b="1" dirty="0">
                <a:solidFill>
                  <a:srgbClr val="7F9FB0"/>
                </a:solidFill>
                <a:latin typeface="Inter" pitchFamily="34" charset="0"/>
                <a:ea typeface="Inter" pitchFamily="34" charset="-122"/>
                <a:cs typeface="Inter" pitchFamily="34" charset="-120"/>
              </a:rPr>
              <a:t>03</a:t>
            </a:r>
            <a:endParaRPr lang="en-US" sz="800" dirty="0"/>
          </a:p>
        </p:txBody>
      </p:sp>
      <p:sp>
        <p:nvSpPr>
          <p:cNvPr id="34" name="Shape 32"/>
          <p:cNvSpPr/>
          <p:nvPr/>
        </p:nvSpPr>
        <p:spPr>
          <a:xfrm>
            <a:off x="1078992" y="2331720"/>
            <a:ext cx="1078992" cy="3246120"/>
          </a:xfrm>
          <a:prstGeom prst="line">
            <a:avLst/>
          </a:prstGeom>
          <a:noFill/>
          <a:ln w="38100">
            <a:solidFill>
              <a:srgbClr val="28506A"/>
            </a:solidFill>
            <a:prstDash val="solid"/>
          </a:ln>
        </p:spPr>
      </p:sp>
      <p:sp>
        <p:nvSpPr>
          <p:cNvPr id="35" name="Shape 33"/>
          <p:cNvSpPr/>
          <p:nvPr/>
        </p:nvSpPr>
        <p:spPr>
          <a:xfrm>
            <a:off x="932688" y="2350008"/>
            <a:ext cx="292608" cy="292608"/>
          </a:xfrm>
          <a:prstGeom prst="ellipse">
            <a:avLst/>
          </a:prstGeom>
          <a:solidFill>
            <a:srgbClr val="5DE4E2"/>
          </a:solidFill>
          <a:ln w="12700">
            <a:solidFill>
              <a:srgbClr val="071321"/>
            </a:solidFill>
            <a:prstDash val="solid"/>
          </a:ln>
        </p:spPr>
      </p:sp>
      <p:sp>
        <p:nvSpPr>
          <p:cNvPr id="36" name="Text 34"/>
          <p:cNvSpPr/>
          <p:nvPr/>
        </p:nvSpPr>
        <p:spPr>
          <a:xfrm>
            <a:off x="1490472" y="2176272"/>
            <a:ext cx="1325880" cy="502920"/>
          </a:xfrm>
          <a:prstGeom prst="rect">
            <a:avLst/>
          </a:prstGeom>
          <a:noFill/>
          <a:ln/>
        </p:spPr>
        <p:txBody>
          <a:bodyPr wrap="square" lIns="0" tIns="0" rIns="0" bIns="0" rtlCol="0" anchor="ctr">
            <a:normAutofit/>
          </a:bodyPr>
          <a:lstStyle/>
          <a:p>
            <a:pPr marL="0" indent="0">
              <a:buNone/>
            </a:pPr>
            <a:r>
              <a:rPr lang="en-US" sz="2900" b="1" dirty="0">
                <a:solidFill>
                  <a:srgbClr val="5DE4E2"/>
                </a:solidFill>
                <a:latin typeface="Inter Display" pitchFamily="34" charset="0"/>
                <a:ea typeface="Inter Display" pitchFamily="34" charset="-122"/>
                <a:cs typeface="Inter Display" pitchFamily="34" charset="-120"/>
              </a:rPr>
              <a:t>2086</a:t>
            </a:r>
            <a:endParaRPr lang="en-US" sz="2900" dirty="0"/>
          </a:p>
        </p:txBody>
      </p:sp>
      <p:sp>
        <p:nvSpPr>
          <p:cNvPr id="37" name="Text 35"/>
          <p:cNvSpPr/>
          <p:nvPr/>
        </p:nvSpPr>
        <p:spPr>
          <a:xfrm>
            <a:off x="2907792" y="2194560"/>
            <a:ext cx="6949440" cy="393192"/>
          </a:xfrm>
          <a:prstGeom prst="rect">
            <a:avLst/>
          </a:prstGeom>
          <a:noFill/>
          <a:ln/>
        </p:spPr>
        <p:txBody>
          <a:bodyPr wrap="square" lIns="0" tIns="0" rIns="0" bIns="0" rtlCol="0" anchor="ctr">
            <a:normAutofit/>
          </a:bodyPr>
          <a:lstStyle/>
          <a:p>
            <a:pPr marL="0" indent="0">
              <a:buNone/>
            </a:pPr>
            <a:r>
              <a:rPr lang="en-US" sz="2100" b="1" dirty="0">
                <a:solidFill>
                  <a:srgbClr val="F0F8FC"/>
                </a:solidFill>
                <a:latin typeface="Inter" pitchFamily="34" charset="0"/>
                <a:ea typeface="Inter" pitchFamily="34" charset="-122"/>
                <a:cs typeface="Inter" pitchFamily="34" charset="-120"/>
              </a:rPr>
              <a:t>Odyssey departs Earth</a:t>
            </a:r>
            <a:endParaRPr lang="en-US" sz="2100" dirty="0"/>
          </a:p>
        </p:txBody>
      </p:sp>
      <p:sp>
        <p:nvSpPr>
          <p:cNvPr id="38" name="Text 36"/>
          <p:cNvSpPr/>
          <p:nvPr/>
        </p:nvSpPr>
        <p:spPr>
          <a:xfrm>
            <a:off x="2907792" y="2633472"/>
            <a:ext cx="8229600" cy="448056"/>
          </a:xfrm>
          <a:prstGeom prst="rect">
            <a:avLst/>
          </a:prstGeom>
          <a:noFill/>
          <a:ln/>
        </p:spPr>
        <p:txBody>
          <a:bodyPr wrap="square" lIns="0" tIns="0" rIns="0" bIns="0" rtlCol="0" anchor="ctr">
            <a:normAutofit/>
          </a:bodyPr>
          <a:lstStyle/>
          <a:p>
            <a:pPr marL="0" indent="0">
              <a:buNone/>
            </a:pPr>
            <a:r>
              <a:rPr lang="en-US" sz="1530" dirty="0">
                <a:solidFill>
                  <a:srgbClr val="B0C6D1"/>
                </a:solidFill>
                <a:latin typeface="Inter" pitchFamily="34" charset="0"/>
                <a:ea typeface="Inter" pitchFamily="34" charset="-122"/>
                <a:cs typeface="Inter" pitchFamily="34" charset="-120"/>
              </a:rPr>
              <a:t>Investigates an unexplained signal beyond the heliopause.</a:t>
            </a:r>
            <a:endParaRPr lang="en-US" sz="1530" dirty="0"/>
          </a:p>
        </p:txBody>
      </p:sp>
      <p:sp>
        <p:nvSpPr>
          <p:cNvPr id="39" name="Shape 37"/>
          <p:cNvSpPr/>
          <p:nvPr/>
        </p:nvSpPr>
        <p:spPr>
          <a:xfrm>
            <a:off x="932688" y="3611880"/>
            <a:ext cx="292608" cy="292608"/>
          </a:xfrm>
          <a:prstGeom prst="ellipse">
            <a:avLst/>
          </a:prstGeom>
          <a:solidFill>
            <a:srgbClr val="5DE4E2"/>
          </a:solidFill>
          <a:ln w="12700">
            <a:solidFill>
              <a:srgbClr val="071321"/>
            </a:solidFill>
            <a:prstDash val="solid"/>
          </a:ln>
        </p:spPr>
      </p:sp>
      <p:sp>
        <p:nvSpPr>
          <p:cNvPr id="40" name="Text 38"/>
          <p:cNvSpPr/>
          <p:nvPr/>
        </p:nvSpPr>
        <p:spPr>
          <a:xfrm>
            <a:off x="1490472" y="3438144"/>
            <a:ext cx="1325880" cy="502920"/>
          </a:xfrm>
          <a:prstGeom prst="rect">
            <a:avLst/>
          </a:prstGeom>
          <a:noFill/>
          <a:ln/>
        </p:spPr>
        <p:txBody>
          <a:bodyPr wrap="square" lIns="0" tIns="0" rIns="0" bIns="0" rtlCol="0" anchor="ctr">
            <a:normAutofit/>
          </a:bodyPr>
          <a:lstStyle/>
          <a:p>
            <a:pPr marL="0" indent="0">
              <a:buNone/>
            </a:pPr>
            <a:r>
              <a:rPr lang="en-US" sz="2900" b="1" dirty="0">
                <a:solidFill>
                  <a:srgbClr val="5DE4E2"/>
                </a:solidFill>
                <a:latin typeface="Inter Display" pitchFamily="34" charset="0"/>
                <a:ea typeface="Inter Display" pitchFamily="34" charset="-122"/>
                <a:cs typeface="Inter Display" pitchFamily="34" charset="-120"/>
              </a:rPr>
              <a:t>2098</a:t>
            </a:r>
            <a:endParaRPr lang="en-US" sz="2900" dirty="0"/>
          </a:p>
        </p:txBody>
      </p:sp>
      <p:sp>
        <p:nvSpPr>
          <p:cNvPr id="41" name="Text 39"/>
          <p:cNvSpPr/>
          <p:nvPr/>
        </p:nvSpPr>
        <p:spPr>
          <a:xfrm>
            <a:off x="2907792" y="3456432"/>
            <a:ext cx="6949440" cy="393192"/>
          </a:xfrm>
          <a:prstGeom prst="rect">
            <a:avLst/>
          </a:prstGeom>
          <a:noFill/>
          <a:ln/>
        </p:spPr>
        <p:txBody>
          <a:bodyPr wrap="square" lIns="0" tIns="0" rIns="0" bIns="0" rtlCol="0" anchor="ctr">
            <a:normAutofit/>
          </a:bodyPr>
          <a:lstStyle/>
          <a:p>
            <a:pPr marL="0" indent="0">
              <a:buNone/>
            </a:pPr>
            <a:r>
              <a:rPr lang="en-US" sz="2100" b="1" dirty="0">
                <a:solidFill>
                  <a:srgbClr val="F0F8FC"/>
                </a:solidFill>
                <a:latin typeface="Inter" pitchFamily="34" charset="0"/>
                <a:ea typeface="Inter" pitchFamily="34" charset="-122"/>
                <a:cs typeface="Inter" pitchFamily="34" charset="-120"/>
              </a:rPr>
              <a:t>Contact is lost</a:t>
            </a:r>
            <a:endParaRPr lang="en-US" sz="2100" dirty="0"/>
          </a:p>
        </p:txBody>
      </p:sp>
      <p:sp>
        <p:nvSpPr>
          <p:cNvPr id="42" name="Text 40"/>
          <p:cNvSpPr/>
          <p:nvPr/>
        </p:nvSpPr>
        <p:spPr>
          <a:xfrm>
            <a:off x="2907792" y="3895344"/>
            <a:ext cx="8229600" cy="448056"/>
          </a:xfrm>
          <a:prstGeom prst="rect">
            <a:avLst/>
          </a:prstGeom>
          <a:noFill/>
          <a:ln/>
        </p:spPr>
        <p:txBody>
          <a:bodyPr wrap="square" lIns="0" tIns="0" rIns="0" bIns="0" rtlCol="0" anchor="ctr">
            <a:normAutofit/>
          </a:bodyPr>
          <a:lstStyle/>
          <a:p>
            <a:pPr marL="0" indent="0">
              <a:buNone/>
            </a:pPr>
            <a:r>
              <a:rPr lang="en-US" sz="1530" dirty="0">
                <a:solidFill>
                  <a:srgbClr val="B0C6D1"/>
                </a:solidFill>
                <a:latin typeface="Inter" pitchFamily="34" charset="0"/>
                <a:ea typeface="Inter" pitchFamily="34" charset="-122"/>
                <a:cs typeface="Inter" pitchFamily="34" charset="-120"/>
              </a:rPr>
              <a:t>Twelve years after departure, the final recording is damaged.</a:t>
            </a:r>
            <a:endParaRPr lang="en-US" sz="1530" dirty="0"/>
          </a:p>
        </p:txBody>
      </p:sp>
      <p:sp>
        <p:nvSpPr>
          <p:cNvPr id="43" name="Shape 41"/>
          <p:cNvSpPr/>
          <p:nvPr/>
        </p:nvSpPr>
        <p:spPr>
          <a:xfrm>
            <a:off x="932688" y="4873752"/>
            <a:ext cx="292608" cy="292608"/>
          </a:xfrm>
          <a:prstGeom prst="ellipse">
            <a:avLst/>
          </a:prstGeom>
          <a:solidFill>
            <a:srgbClr val="FFC26E"/>
          </a:solidFill>
          <a:ln w="12700">
            <a:solidFill>
              <a:srgbClr val="071321"/>
            </a:solidFill>
            <a:prstDash val="solid"/>
          </a:ln>
        </p:spPr>
      </p:sp>
      <p:sp>
        <p:nvSpPr>
          <p:cNvPr id="44" name="Text 42"/>
          <p:cNvSpPr/>
          <p:nvPr/>
        </p:nvSpPr>
        <p:spPr>
          <a:xfrm>
            <a:off x="1490472" y="4700016"/>
            <a:ext cx="1325880" cy="502920"/>
          </a:xfrm>
          <a:prstGeom prst="rect">
            <a:avLst/>
          </a:prstGeom>
          <a:noFill/>
          <a:ln/>
        </p:spPr>
        <p:txBody>
          <a:bodyPr wrap="square" lIns="0" tIns="0" rIns="0" bIns="0" rtlCol="0" anchor="ctr">
            <a:normAutofit/>
          </a:bodyPr>
          <a:lstStyle/>
          <a:p>
            <a:pPr marL="0" indent="0">
              <a:buNone/>
            </a:pPr>
            <a:r>
              <a:rPr lang="en-US" sz="2900" b="1" dirty="0">
                <a:solidFill>
                  <a:srgbClr val="FFC26E"/>
                </a:solidFill>
                <a:latin typeface="Inter Display" pitchFamily="34" charset="0"/>
                <a:ea typeface="Inter Display" pitchFamily="34" charset="-122"/>
                <a:cs typeface="Inter Display" pitchFamily="34" charset="-120"/>
              </a:rPr>
              <a:t>2126</a:t>
            </a:r>
            <a:endParaRPr lang="en-US" sz="2900" dirty="0"/>
          </a:p>
        </p:txBody>
      </p:sp>
      <p:sp>
        <p:nvSpPr>
          <p:cNvPr id="45" name="Text 43"/>
          <p:cNvSpPr/>
          <p:nvPr/>
        </p:nvSpPr>
        <p:spPr>
          <a:xfrm>
            <a:off x="2907792" y="4718304"/>
            <a:ext cx="6949440" cy="393192"/>
          </a:xfrm>
          <a:prstGeom prst="rect">
            <a:avLst/>
          </a:prstGeom>
          <a:noFill/>
          <a:ln/>
        </p:spPr>
        <p:txBody>
          <a:bodyPr wrap="square" lIns="0" tIns="0" rIns="0" bIns="0" rtlCol="0" anchor="ctr">
            <a:normAutofit/>
          </a:bodyPr>
          <a:lstStyle/>
          <a:p>
            <a:pPr marL="0" indent="0">
              <a:buNone/>
            </a:pPr>
            <a:r>
              <a:rPr lang="en-US" sz="2100" b="1" dirty="0">
                <a:solidFill>
                  <a:srgbClr val="F0F8FC"/>
                </a:solidFill>
                <a:latin typeface="Inter" pitchFamily="34" charset="0"/>
                <a:ea typeface="Inter" pitchFamily="34" charset="-122"/>
                <a:cs typeface="Inter" pitchFamily="34" charset="-120"/>
              </a:rPr>
              <a:t>First intelligible fragments</a:t>
            </a:r>
            <a:endParaRPr lang="en-US" sz="2100" dirty="0"/>
          </a:p>
        </p:txBody>
      </p:sp>
      <p:sp>
        <p:nvSpPr>
          <p:cNvPr id="46" name="Text 44"/>
          <p:cNvSpPr/>
          <p:nvPr/>
        </p:nvSpPr>
        <p:spPr>
          <a:xfrm>
            <a:off x="2907792" y="5157216"/>
            <a:ext cx="8229600" cy="448056"/>
          </a:xfrm>
          <a:prstGeom prst="rect">
            <a:avLst/>
          </a:prstGeom>
          <a:noFill/>
          <a:ln/>
        </p:spPr>
        <p:txBody>
          <a:bodyPr wrap="square" lIns="0" tIns="0" rIns="0" bIns="0" rtlCol="0" anchor="ctr">
            <a:normAutofit/>
          </a:bodyPr>
          <a:lstStyle/>
          <a:p>
            <a:pPr marL="0" indent="0">
              <a:buNone/>
            </a:pPr>
            <a:r>
              <a:rPr lang="en-US" sz="1530" dirty="0">
                <a:solidFill>
                  <a:srgbClr val="B0C6D1"/>
                </a:solidFill>
                <a:latin typeface="Inter" pitchFamily="34" charset="0"/>
                <a:ea typeface="Inter" pitchFamily="34" charset="-122"/>
                <a:cs typeface="Inter" pitchFamily="34" charset="-120"/>
              </a:rPr>
              <a:t>New recovery techniques make a portion of the message readable.</a:t>
            </a:r>
            <a:endParaRPr lang="en-US" sz="1530" dirty="0"/>
          </a:p>
        </p:txBody>
      </p:sp>
      <p:sp>
        <p:nvSpPr>
          <p:cNvPr id="47" name="Shape 45"/>
          <p:cNvSpPr/>
          <p:nvPr/>
        </p:nvSpPr>
        <p:spPr>
          <a:xfrm>
            <a:off x="667512" y="5952744"/>
            <a:ext cx="5166360" cy="301752"/>
          </a:xfrm>
          <a:prstGeom prst="roundRect">
            <a:avLst/>
          </a:prstGeom>
          <a:solidFill>
            <a:srgbClr val="55BFE9">
              <a:alpha val="16000"/>
            </a:srgbClr>
          </a:solidFill>
          <a:ln w="6350">
            <a:solidFill>
              <a:srgbClr val="55BFE9">
                <a:alpha val="52000"/>
              </a:srgbClr>
            </a:solidFill>
            <a:prstDash val="solid"/>
          </a:ln>
        </p:spPr>
      </p:sp>
      <p:sp>
        <p:nvSpPr>
          <p:cNvPr id="48" name="Text 46"/>
          <p:cNvSpPr/>
          <p:nvPr/>
        </p:nvSpPr>
        <p:spPr>
          <a:xfrm>
            <a:off x="740664" y="5989320"/>
            <a:ext cx="5020056" cy="210312"/>
          </a:xfrm>
          <a:prstGeom prst="rect">
            <a:avLst/>
          </a:prstGeom>
          <a:noFill/>
          <a:ln/>
        </p:spPr>
        <p:txBody>
          <a:bodyPr wrap="square" lIns="0" tIns="0" rIns="0" bIns="0" rtlCol="0" anchor="ctr">
            <a:normAutofit/>
          </a:bodyPr>
          <a:lstStyle/>
          <a:p>
            <a:pPr marL="0" indent="0" algn="ctr">
              <a:buNone/>
            </a:pPr>
            <a:r>
              <a:rPr lang="en-US" sz="900" b="1" dirty="0">
                <a:solidFill>
                  <a:srgbClr val="55BFE9"/>
                </a:solidFill>
                <a:latin typeface="Inter" pitchFamily="34" charset="0"/>
                <a:ea typeface="Inter" pitchFamily="34" charset="-122"/>
                <a:cs typeface="Inter" pitchFamily="34" charset="-120"/>
              </a:rPr>
              <a:t>HELIOPAUSE = BOUNDARY OF THE SUN’S SOLAR WIND</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mnt/data/a_cinematic_sci_fi_control_room_observatory_scene.png"/>
          <p:cNvPicPr>
            <a:picLocks noChangeAspect="1"/>
          </p:cNvPicPr>
          <p:nvPr/>
        </p:nvPicPr>
        <p:blipFill>
          <a:blip r:embed="rId3"/>
          <a:stretch>
            <a:fillRect/>
          </a:stretch>
        </p:blipFill>
        <p:spPr>
          <a:xfrm>
            <a:off x="0" y="0"/>
            <a:ext cx="12192000" cy="6858000"/>
          </a:xfrm>
          <a:prstGeom prst="rect">
            <a:avLst/>
          </a:prstGeom>
        </p:spPr>
      </p:pic>
      <p:sp>
        <p:nvSpPr>
          <p:cNvPr id="3" name="Shape 0"/>
          <p:cNvSpPr/>
          <p:nvPr/>
        </p:nvSpPr>
        <p:spPr>
          <a:xfrm>
            <a:off x="0" y="0"/>
            <a:ext cx="12192000" cy="6858000"/>
          </a:xfrm>
          <a:prstGeom prst="rect">
            <a:avLst/>
          </a:prstGeom>
          <a:solidFill>
            <a:srgbClr val="071321">
              <a:alpha val="42000"/>
            </a:srgbClr>
          </a:solidFill>
          <a:ln w="12700">
            <a:solidFill>
              <a:srgbClr val="071321">
                <a:alpha val="0"/>
              </a:srgbClr>
            </a:solidFill>
            <a:prstDash val="solid"/>
          </a:ln>
        </p:spPr>
      </p:sp>
      <p:sp>
        <p:nvSpPr>
          <p:cNvPr id="4" name="Text 1"/>
          <p:cNvSpPr/>
          <p:nvPr/>
        </p:nvSpPr>
        <p:spPr>
          <a:xfrm>
            <a:off x="612648" y="347472"/>
            <a:ext cx="10058400" cy="274320"/>
          </a:xfrm>
          <a:prstGeom prst="rect">
            <a:avLst/>
          </a:prstGeom>
          <a:noFill/>
          <a:ln/>
        </p:spPr>
        <p:txBody>
          <a:bodyPr wrap="square" lIns="0" tIns="0" rIns="0" bIns="0" rtlCol="0" anchor="ctr">
            <a:normAutofit/>
          </a:bodyPr>
          <a:lstStyle/>
          <a:p>
            <a:pPr marL="0" indent="0">
              <a:buNone/>
            </a:pPr>
            <a:r>
              <a:rPr lang="en-US" sz="950" b="1" kern="0" spc="220" dirty="0">
                <a:solidFill>
                  <a:srgbClr val="5DE4E2"/>
                </a:solidFill>
                <a:latin typeface="Inter" pitchFamily="34" charset="0"/>
                <a:ea typeface="Inter" pitchFamily="34" charset="-122"/>
                <a:cs typeface="Inter" pitchFamily="34" charset="-120"/>
              </a:rPr>
              <a:t>DSCC  /  MISSION FILE: ODYSSEY</a:t>
            </a:r>
            <a:endParaRPr lang="en-US" sz="950" dirty="0"/>
          </a:p>
        </p:txBody>
      </p:sp>
      <p:sp>
        <p:nvSpPr>
          <p:cNvPr id="5" name="Text 2"/>
          <p:cNvSpPr/>
          <p:nvPr/>
        </p:nvSpPr>
        <p:spPr>
          <a:xfrm>
            <a:off x="612648" y="832104"/>
            <a:ext cx="10972800" cy="612648"/>
          </a:xfrm>
          <a:prstGeom prst="rect">
            <a:avLst/>
          </a:prstGeom>
          <a:noFill/>
          <a:ln/>
        </p:spPr>
        <p:txBody>
          <a:bodyPr wrap="square" lIns="0" tIns="0" rIns="0" bIns="0" rtlCol="0" anchor="ctr">
            <a:normAutofit/>
          </a:bodyPr>
          <a:lstStyle/>
          <a:p>
            <a:pPr marL="0" indent="0">
              <a:buNone/>
            </a:pPr>
            <a:r>
              <a:rPr lang="en-US" sz="3000" b="1" dirty="0">
                <a:solidFill>
                  <a:srgbClr val="F0F8FC"/>
                </a:solidFill>
                <a:latin typeface="Inter Display" pitchFamily="34" charset="0"/>
                <a:ea typeface="Inter Display" pitchFamily="34" charset="-122"/>
                <a:cs typeface="Inter Display" pitchFamily="34" charset="-120"/>
              </a:rPr>
              <a:t>THE SIGNAL RECOVERY TEAM HAS DONE ITS PART</a:t>
            </a:r>
            <a:endParaRPr lang="en-US" sz="3000" dirty="0"/>
          </a:p>
        </p:txBody>
      </p:sp>
      <p:sp>
        <p:nvSpPr>
          <p:cNvPr id="6" name="Text 3"/>
          <p:cNvSpPr/>
          <p:nvPr/>
        </p:nvSpPr>
        <p:spPr>
          <a:xfrm>
            <a:off x="640080" y="1481328"/>
            <a:ext cx="10789920" cy="347472"/>
          </a:xfrm>
          <a:prstGeom prst="rect">
            <a:avLst/>
          </a:prstGeom>
          <a:noFill/>
          <a:ln/>
        </p:spPr>
        <p:txBody>
          <a:bodyPr wrap="square" lIns="0" tIns="0" rIns="0" bIns="0" rtlCol="0" anchor="ctr">
            <a:normAutofit/>
          </a:bodyPr>
          <a:lstStyle/>
          <a:p>
            <a:pPr marL="0" indent="0">
              <a:buNone/>
            </a:pPr>
            <a:r>
              <a:rPr lang="en-US" sz="1500" dirty="0">
                <a:solidFill>
                  <a:srgbClr val="B0C6D1"/>
                </a:solidFill>
                <a:latin typeface="Inter" pitchFamily="34" charset="0"/>
                <a:ea typeface="Inter" pitchFamily="34" charset="-122"/>
                <a:cs typeface="Inter" pitchFamily="34" charset="-120"/>
              </a:rPr>
              <a:t>Now the reconstruction falls to you.</a:t>
            </a:r>
            <a:endParaRPr lang="en-US" sz="1500" dirty="0"/>
          </a:p>
        </p:txBody>
      </p:sp>
      <p:sp>
        <p:nvSpPr>
          <p:cNvPr id="7" name="Shape 4"/>
          <p:cNvSpPr/>
          <p:nvPr/>
        </p:nvSpPr>
        <p:spPr>
          <a:xfrm>
            <a:off x="612648" y="1865376"/>
            <a:ext cx="10972800" cy="914"/>
          </a:xfrm>
          <a:prstGeom prst="line">
            <a:avLst/>
          </a:prstGeom>
          <a:noFill/>
          <a:ln w="12700">
            <a:solidFill>
              <a:srgbClr val="28506A"/>
            </a:solidFill>
            <a:prstDash val="solid"/>
          </a:ln>
        </p:spPr>
      </p:sp>
      <p:sp>
        <p:nvSpPr>
          <p:cNvPr id="8" name="Shape 5"/>
          <p:cNvSpPr/>
          <p:nvPr/>
        </p:nvSpPr>
        <p:spPr>
          <a:xfrm>
            <a:off x="612648" y="6510528"/>
            <a:ext cx="10972800" cy="914"/>
          </a:xfrm>
          <a:prstGeom prst="line">
            <a:avLst/>
          </a:prstGeom>
          <a:noFill/>
          <a:ln w="10160">
            <a:solidFill>
              <a:srgbClr val="28506A"/>
            </a:solidFill>
            <a:prstDash val="solid"/>
          </a:ln>
        </p:spPr>
      </p:sp>
      <p:sp>
        <p:nvSpPr>
          <p:cNvPr id="9" name="Text 6"/>
          <p:cNvSpPr/>
          <p:nvPr/>
        </p:nvSpPr>
        <p:spPr>
          <a:xfrm>
            <a:off x="630936" y="6556248"/>
            <a:ext cx="7315200" cy="173736"/>
          </a:xfrm>
          <a:prstGeom prst="rect">
            <a:avLst/>
          </a:prstGeom>
          <a:noFill/>
          <a:ln/>
        </p:spPr>
        <p:txBody>
          <a:bodyPr wrap="square" lIns="0" tIns="0" rIns="0" bIns="0" rtlCol="0" anchor="ctr">
            <a:normAutofit/>
          </a:bodyPr>
          <a:lstStyle/>
          <a:p>
            <a:pPr marL="0" indent="0">
              <a:buNone/>
            </a:pPr>
            <a:r>
              <a:rPr lang="en-US" sz="800" b="1" kern="0" spc="150" dirty="0">
                <a:solidFill>
                  <a:srgbClr val="7F9FB0"/>
                </a:solidFill>
                <a:latin typeface="Inter" pitchFamily="34" charset="0"/>
                <a:ea typeface="Inter" pitchFamily="34" charset="-122"/>
                <a:cs typeface="Inter" pitchFamily="34" charset="-120"/>
              </a:rPr>
              <a:t>C3  //  THE LAST TRANSMISSION  //  ACT I</a:t>
            </a:r>
            <a:endParaRPr lang="en-US" sz="800" dirty="0"/>
          </a:p>
        </p:txBody>
      </p:sp>
      <p:sp>
        <p:nvSpPr>
          <p:cNvPr id="10" name="Text 7"/>
          <p:cNvSpPr/>
          <p:nvPr/>
        </p:nvSpPr>
        <p:spPr>
          <a:xfrm>
            <a:off x="10972800" y="6556248"/>
            <a:ext cx="530352" cy="173736"/>
          </a:xfrm>
          <a:prstGeom prst="rect">
            <a:avLst/>
          </a:prstGeom>
          <a:noFill/>
          <a:ln/>
        </p:spPr>
        <p:txBody>
          <a:bodyPr wrap="square" lIns="0" tIns="0" rIns="0" bIns="0" rtlCol="0" anchor="ctr">
            <a:normAutofit/>
          </a:bodyPr>
          <a:lstStyle/>
          <a:p>
            <a:pPr marL="0" indent="0" algn="r">
              <a:buNone/>
            </a:pPr>
            <a:r>
              <a:rPr lang="en-US" sz="800" b="1" dirty="0">
                <a:solidFill>
                  <a:srgbClr val="7F9FB0"/>
                </a:solidFill>
                <a:latin typeface="Inter" pitchFamily="34" charset="0"/>
                <a:ea typeface="Inter" pitchFamily="34" charset="-122"/>
                <a:cs typeface="Inter" pitchFamily="34" charset="-120"/>
              </a:rPr>
              <a:t>04</a:t>
            </a:r>
            <a:endParaRPr lang="en-US" sz="800" dirty="0"/>
          </a:p>
        </p:txBody>
      </p:sp>
      <p:sp>
        <p:nvSpPr>
          <p:cNvPr id="11" name="Shape 8"/>
          <p:cNvSpPr/>
          <p:nvPr/>
        </p:nvSpPr>
        <p:spPr>
          <a:xfrm>
            <a:off x="667512" y="1947672"/>
            <a:ext cx="6217920" cy="3520440"/>
          </a:xfrm>
          <a:prstGeom prst="roundRect">
            <a:avLst>
              <a:gd name="adj" fmla="val 2078"/>
            </a:avLst>
          </a:prstGeom>
          <a:solidFill>
            <a:srgbClr val="0B1C2D">
              <a:alpha val="95000"/>
            </a:srgbClr>
          </a:solidFill>
          <a:ln w="10160">
            <a:solidFill>
              <a:srgbClr val="5DE4E2">
                <a:alpha val="76000"/>
              </a:srgbClr>
            </a:solidFill>
            <a:prstDash val="solid"/>
          </a:ln>
        </p:spPr>
      </p:sp>
      <p:sp>
        <p:nvSpPr>
          <p:cNvPr id="12" name="Text 9"/>
          <p:cNvSpPr/>
          <p:nvPr/>
        </p:nvSpPr>
        <p:spPr>
          <a:xfrm>
            <a:off x="1024128" y="2267712"/>
            <a:ext cx="5394960" cy="301752"/>
          </a:xfrm>
          <a:prstGeom prst="rect">
            <a:avLst/>
          </a:prstGeom>
          <a:noFill/>
          <a:ln/>
        </p:spPr>
        <p:txBody>
          <a:bodyPr wrap="square" lIns="0" tIns="0" rIns="0" bIns="0" rtlCol="0" anchor="ctr">
            <a:normAutofit/>
          </a:bodyPr>
          <a:lstStyle/>
          <a:p>
            <a:pPr marL="0" indent="0">
              <a:buNone/>
            </a:pPr>
            <a:r>
              <a:rPr lang="en-US" sz="1300" b="1" kern="0" spc="160" dirty="0">
                <a:solidFill>
                  <a:srgbClr val="5DE4E2"/>
                </a:solidFill>
                <a:latin typeface="Inter" pitchFamily="34" charset="0"/>
                <a:ea typeface="Inter" pitchFamily="34" charset="-122"/>
                <a:cs typeface="Inter" pitchFamily="34" charset="-120"/>
              </a:rPr>
              <a:t>THE TEAM PROVIDES</a:t>
            </a:r>
            <a:endParaRPr lang="en-US" sz="1300" dirty="0"/>
          </a:p>
        </p:txBody>
      </p:sp>
      <p:sp>
        <p:nvSpPr>
          <p:cNvPr id="13" name="Text 10"/>
          <p:cNvSpPr/>
          <p:nvPr/>
        </p:nvSpPr>
        <p:spPr>
          <a:xfrm>
            <a:off x="1005840" y="2697480"/>
            <a:ext cx="5394960" cy="914400"/>
          </a:xfrm>
          <a:prstGeom prst="rect">
            <a:avLst/>
          </a:prstGeom>
          <a:noFill/>
          <a:ln/>
        </p:spPr>
        <p:txBody>
          <a:bodyPr wrap="square" lIns="0" tIns="0" rIns="0" bIns="0" rtlCol="0" anchor="ctr">
            <a:normAutofit/>
          </a:bodyPr>
          <a:lstStyle/>
          <a:p>
            <a:pPr marL="0" indent="0">
              <a:buNone/>
            </a:pPr>
            <a:r>
              <a:rPr lang="en-US" sz="2500" b="1" dirty="0">
                <a:solidFill>
                  <a:srgbClr val="F0F8FC"/>
                </a:solidFill>
                <a:latin typeface="Inter" pitchFamily="34" charset="0"/>
                <a:ea typeface="Inter" pitchFamily="34" charset="-122"/>
                <a:cs typeface="Inter" pitchFamily="34" charset="-120"/>
              </a:rPr>
              <a:t>Fragments of the damaged</a:t>
            </a:r>
            <a:endParaRPr lang="en-US" sz="2500" dirty="0"/>
          </a:p>
          <a:p>
            <a:pPr marL="0" indent="0">
              <a:buNone/>
            </a:pPr>
            <a:r>
              <a:rPr lang="en-US" sz="2500" b="1" dirty="0">
                <a:solidFill>
                  <a:srgbClr val="F0F8FC"/>
                </a:solidFill>
                <a:latin typeface="Inter" pitchFamily="34" charset="0"/>
                <a:ea typeface="Inter" pitchFamily="34" charset="-122"/>
                <a:cs typeface="Inter" pitchFamily="34" charset="-120"/>
              </a:rPr>
              <a:t>final recording</a:t>
            </a:r>
            <a:endParaRPr lang="en-US" sz="2500" dirty="0"/>
          </a:p>
        </p:txBody>
      </p:sp>
      <p:sp>
        <p:nvSpPr>
          <p:cNvPr id="14" name="Text 11"/>
          <p:cNvSpPr/>
          <p:nvPr/>
        </p:nvSpPr>
        <p:spPr>
          <a:xfrm>
            <a:off x="1024128" y="4023360"/>
            <a:ext cx="5394960" cy="292608"/>
          </a:xfrm>
          <a:prstGeom prst="rect">
            <a:avLst/>
          </a:prstGeom>
          <a:noFill/>
          <a:ln/>
        </p:spPr>
        <p:txBody>
          <a:bodyPr wrap="square" lIns="0" tIns="0" rIns="0" bIns="0" rtlCol="0" anchor="ctr">
            <a:normAutofit/>
          </a:bodyPr>
          <a:lstStyle/>
          <a:p>
            <a:pPr marL="0" indent="0">
              <a:buNone/>
            </a:pPr>
            <a:r>
              <a:rPr lang="en-US" sz="1300" b="1" kern="0" spc="160" dirty="0">
                <a:solidFill>
                  <a:srgbClr val="FFC26E"/>
                </a:solidFill>
                <a:latin typeface="Inter" pitchFamily="34" charset="0"/>
                <a:ea typeface="Inter" pitchFamily="34" charset="-122"/>
                <a:cs typeface="Inter" pitchFamily="34" charset="-120"/>
              </a:rPr>
              <a:t>YOUR PAIR PROVIDES</a:t>
            </a:r>
            <a:endParaRPr lang="en-US" sz="1300" dirty="0"/>
          </a:p>
        </p:txBody>
      </p:sp>
      <p:sp>
        <p:nvSpPr>
          <p:cNvPr id="15" name="Text 12"/>
          <p:cNvSpPr/>
          <p:nvPr/>
        </p:nvSpPr>
        <p:spPr>
          <a:xfrm>
            <a:off x="1005840" y="4434840"/>
            <a:ext cx="5440680" cy="603504"/>
          </a:xfrm>
          <a:prstGeom prst="rect">
            <a:avLst/>
          </a:prstGeom>
          <a:noFill/>
          <a:ln/>
        </p:spPr>
        <p:txBody>
          <a:bodyPr wrap="square" lIns="0" tIns="0" rIns="0" bIns="0" rtlCol="0" anchor="ctr">
            <a:normAutofit/>
          </a:bodyPr>
          <a:lstStyle/>
          <a:p>
            <a:pPr marL="0" indent="0">
              <a:buNone/>
            </a:pPr>
            <a:r>
              <a:rPr lang="en-US" sz="2000" dirty="0">
                <a:solidFill>
                  <a:srgbClr val="F0F8FC"/>
                </a:solidFill>
                <a:latin typeface="Inter" pitchFamily="34" charset="0"/>
                <a:ea typeface="Inter" pitchFamily="34" charset="-122"/>
                <a:cs typeface="Inter" pitchFamily="34" charset="-120"/>
              </a:rPr>
              <a:t>A small, testable reconstruction component</a:t>
            </a:r>
            <a:endParaRPr lang="en-US" sz="2000" dirty="0"/>
          </a:p>
        </p:txBody>
      </p:sp>
      <p:sp>
        <p:nvSpPr>
          <p:cNvPr id="16" name="Shape 13"/>
          <p:cNvSpPr/>
          <p:nvPr/>
        </p:nvSpPr>
        <p:spPr>
          <a:xfrm>
            <a:off x="7452360" y="5477256"/>
            <a:ext cx="4096512" cy="356616"/>
          </a:xfrm>
          <a:prstGeom prst="roundRect">
            <a:avLst/>
          </a:prstGeom>
          <a:solidFill>
            <a:srgbClr val="11283B">
              <a:alpha val="92000"/>
            </a:srgbClr>
          </a:solidFill>
          <a:ln w="8890">
            <a:solidFill>
              <a:srgbClr val="FFC26E">
                <a:alpha val="50000"/>
              </a:srgbClr>
            </a:solidFill>
            <a:prstDash val="solid"/>
          </a:ln>
        </p:spPr>
      </p:sp>
      <p:sp>
        <p:nvSpPr>
          <p:cNvPr id="17" name="Text 14"/>
          <p:cNvSpPr/>
          <p:nvPr/>
        </p:nvSpPr>
        <p:spPr>
          <a:xfrm>
            <a:off x="7562088" y="5527548"/>
            <a:ext cx="3895344" cy="237744"/>
          </a:xfrm>
          <a:prstGeom prst="rect">
            <a:avLst/>
          </a:prstGeom>
          <a:noFill/>
          <a:ln/>
        </p:spPr>
        <p:txBody>
          <a:bodyPr wrap="square" lIns="0" tIns="0" rIns="0" bIns="0" rtlCol="0" anchor="ctr">
            <a:normAutofit/>
          </a:bodyPr>
          <a:lstStyle/>
          <a:p>
            <a:pPr marL="0" indent="0">
              <a:buNone/>
            </a:pPr>
            <a:r>
              <a:rPr lang="en-US" sz="1000" b="1" kern="0" spc="100" dirty="0">
                <a:solidFill>
                  <a:srgbClr val="FFC26E"/>
                </a:solidFill>
                <a:latin typeface="Inter" pitchFamily="34" charset="0"/>
                <a:ea typeface="Inter" pitchFamily="34" charset="-122"/>
                <a:cs typeface="Inter" pitchFamily="34" charset="-120"/>
              </a:rPr>
              <a:t>THE FATE OF ODYSSEY REMAINS UNKNOWN</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2286792" y="3138091"/>
            <a:ext cx="15020" cy="15020"/>
          </a:xfrm>
          <a:prstGeom prst="ellipse">
            <a:avLst/>
          </a:prstGeom>
          <a:solidFill>
            <a:srgbClr val="5DE4E2">
              <a:alpha val="55000"/>
            </a:srgbClr>
          </a:solidFill>
          <a:ln w="12700">
            <a:solidFill>
              <a:srgbClr val="071321">
                <a:alpha val="0"/>
              </a:srgbClr>
            </a:solidFill>
            <a:prstDash val="solid"/>
          </a:ln>
        </p:spPr>
      </p:sp>
      <p:sp>
        <p:nvSpPr>
          <p:cNvPr id="3" name="Shape 1"/>
          <p:cNvSpPr/>
          <p:nvPr/>
        </p:nvSpPr>
        <p:spPr>
          <a:xfrm>
            <a:off x="10809244" y="5973042"/>
            <a:ext cx="14695" cy="14695"/>
          </a:xfrm>
          <a:prstGeom prst="ellipse">
            <a:avLst/>
          </a:prstGeom>
          <a:solidFill>
            <a:srgbClr val="D3E2ED">
              <a:alpha val="30000"/>
            </a:srgbClr>
          </a:solidFill>
          <a:ln w="12700">
            <a:solidFill>
              <a:srgbClr val="071321">
                <a:alpha val="0"/>
              </a:srgbClr>
            </a:solidFill>
            <a:prstDash val="solid"/>
          </a:ln>
        </p:spPr>
      </p:sp>
      <p:sp>
        <p:nvSpPr>
          <p:cNvPr id="4" name="Shape 2"/>
          <p:cNvSpPr/>
          <p:nvPr/>
        </p:nvSpPr>
        <p:spPr>
          <a:xfrm>
            <a:off x="10424923" y="3559180"/>
            <a:ext cx="13900" cy="13900"/>
          </a:xfrm>
          <a:prstGeom prst="ellipse">
            <a:avLst/>
          </a:prstGeom>
          <a:solidFill>
            <a:srgbClr val="D3E2ED">
              <a:alpha val="30000"/>
            </a:srgbClr>
          </a:solidFill>
          <a:ln w="12700">
            <a:solidFill>
              <a:srgbClr val="071321">
                <a:alpha val="0"/>
              </a:srgbClr>
            </a:solidFill>
            <a:prstDash val="solid"/>
          </a:ln>
        </p:spPr>
      </p:sp>
      <p:sp>
        <p:nvSpPr>
          <p:cNvPr id="5" name="Shape 3"/>
          <p:cNvSpPr/>
          <p:nvPr/>
        </p:nvSpPr>
        <p:spPr>
          <a:xfrm>
            <a:off x="10791125" y="502438"/>
            <a:ext cx="17632" cy="17632"/>
          </a:xfrm>
          <a:prstGeom prst="ellipse">
            <a:avLst/>
          </a:prstGeom>
          <a:solidFill>
            <a:srgbClr val="D3E2ED">
              <a:alpha val="30000"/>
            </a:srgbClr>
          </a:solidFill>
          <a:ln w="12700">
            <a:solidFill>
              <a:srgbClr val="071321">
                <a:alpha val="0"/>
              </a:srgbClr>
            </a:solidFill>
            <a:prstDash val="solid"/>
          </a:ln>
        </p:spPr>
      </p:sp>
      <p:sp>
        <p:nvSpPr>
          <p:cNvPr id="6" name="Shape 4"/>
          <p:cNvSpPr/>
          <p:nvPr/>
        </p:nvSpPr>
        <p:spPr>
          <a:xfrm>
            <a:off x="10137736" y="330899"/>
            <a:ext cx="16012" cy="16012"/>
          </a:xfrm>
          <a:prstGeom prst="ellipse">
            <a:avLst/>
          </a:prstGeom>
          <a:solidFill>
            <a:srgbClr val="D3E2ED">
              <a:alpha val="30000"/>
            </a:srgbClr>
          </a:solidFill>
          <a:ln w="12700">
            <a:solidFill>
              <a:srgbClr val="071321">
                <a:alpha val="0"/>
              </a:srgbClr>
            </a:solidFill>
            <a:prstDash val="solid"/>
          </a:ln>
        </p:spPr>
      </p:sp>
      <p:sp>
        <p:nvSpPr>
          <p:cNvPr id="7" name="Shape 5"/>
          <p:cNvSpPr/>
          <p:nvPr/>
        </p:nvSpPr>
        <p:spPr>
          <a:xfrm>
            <a:off x="10730729" y="2941050"/>
            <a:ext cx="13842" cy="13842"/>
          </a:xfrm>
          <a:prstGeom prst="ellipse">
            <a:avLst/>
          </a:prstGeom>
          <a:solidFill>
            <a:srgbClr val="D3E2ED">
              <a:alpha val="30000"/>
            </a:srgbClr>
          </a:solidFill>
          <a:ln w="12700">
            <a:solidFill>
              <a:srgbClr val="071321">
                <a:alpha val="0"/>
              </a:srgbClr>
            </a:solidFill>
            <a:prstDash val="solid"/>
          </a:ln>
        </p:spPr>
      </p:sp>
      <p:sp>
        <p:nvSpPr>
          <p:cNvPr id="8" name="Shape 6"/>
          <p:cNvSpPr/>
          <p:nvPr/>
        </p:nvSpPr>
        <p:spPr>
          <a:xfrm>
            <a:off x="11717005" y="693481"/>
            <a:ext cx="14168" cy="14168"/>
          </a:xfrm>
          <a:prstGeom prst="ellipse">
            <a:avLst/>
          </a:prstGeom>
          <a:solidFill>
            <a:srgbClr val="D3E2ED">
              <a:alpha val="30000"/>
            </a:srgbClr>
          </a:solidFill>
          <a:ln w="12700">
            <a:solidFill>
              <a:srgbClr val="071321">
                <a:alpha val="0"/>
              </a:srgbClr>
            </a:solidFill>
            <a:prstDash val="solid"/>
          </a:ln>
        </p:spPr>
      </p:sp>
      <p:sp>
        <p:nvSpPr>
          <p:cNvPr id="9" name="Shape 7"/>
          <p:cNvSpPr/>
          <p:nvPr/>
        </p:nvSpPr>
        <p:spPr>
          <a:xfrm>
            <a:off x="5011656" y="5352054"/>
            <a:ext cx="13643" cy="13643"/>
          </a:xfrm>
          <a:prstGeom prst="ellipse">
            <a:avLst/>
          </a:prstGeom>
          <a:solidFill>
            <a:srgbClr val="5DE4E2">
              <a:alpha val="55000"/>
            </a:srgbClr>
          </a:solidFill>
          <a:ln w="12700">
            <a:solidFill>
              <a:srgbClr val="071321">
                <a:alpha val="0"/>
              </a:srgbClr>
            </a:solidFill>
            <a:prstDash val="solid"/>
          </a:ln>
        </p:spPr>
      </p:sp>
      <p:sp>
        <p:nvSpPr>
          <p:cNvPr id="10" name="Shape 8"/>
          <p:cNvSpPr/>
          <p:nvPr/>
        </p:nvSpPr>
        <p:spPr>
          <a:xfrm>
            <a:off x="7811274" y="6223313"/>
            <a:ext cx="14897" cy="14897"/>
          </a:xfrm>
          <a:prstGeom prst="ellipse">
            <a:avLst/>
          </a:prstGeom>
          <a:solidFill>
            <a:srgbClr val="D3E2ED">
              <a:alpha val="30000"/>
            </a:srgbClr>
          </a:solidFill>
          <a:ln w="12700">
            <a:solidFill>
              <a:srgbClr val="071321">
                <a:alpha val="0"/>
              </a:srgbClr>
            </a:solidFill>
            <a:prstDash val="solid"/>
          </a:ln>
        </p:spPr>
      </p:sp>
      <p:sp>
        <p:nvSpPr>
          <p:cNvPr id="11" name="Shape 9"/>
          <p:cNvSpPr/>
          <p:nvPr/>
        </p:nvSpPr>
        <p:spPr>
          <a:xfrm>
            <a:off x="9019280" y="1688594"/>
            <a:ext cx="15882" cy="15882"/>
          </a:xfrm>
          <a:prstGeom prst="ellipse">
            <a:avLst/>
          </a:prstGeom>
          <a:solidFill>
            <a:srgbClr val="D3E2ED">
              <a:alpha val="30000"/>
            </a:srgbClr>
          </a:solidFill>
          <a:ln w="12700">
            <a:solidFill>
              <a:srgbClr val="071321">
                <a:alpha val="0"/>
              </a:srgbClr>
            </a:solidFill>
            <a:prstDash val="solid"/>
          </a:ln>
        </p:spPr>
      </p:sp>
      <p:sp>
        <p:nvSpPr>
          <p:cNvPr id="12" name="Shape 10"/>
          <p:cNvSpPr/>
          <p:nvPr/>
        </p:nvSpPr>
        <p:spPr>
          <a:xfrm>
            <a:off x="2953842" y="2312475"/>
            <a:ext cx="17535" cy="17535"/>
          </a:xfrm>
          <a:prstGeom prst="ellipse">
            <a:avLst/>
          </a:prstGeom>
          <a:solidFill>
            <a:srgbClr val="D3E2ED">
              <a:alpha val="30000"/>
            </a:srgbClr>
          </a:solidFill>
          <a:ln w="12700">
            <a:solidFill>
              <a:srgbClr val="071321">
                <a:alpha val="0"/>
              </a:srgbClr>
            </a:solidFill>
            <a:prstDash val="solid"/>
          </a:ln>
        </p:spPr>
      </p:sp>
      <p:sp>
        <p:nvSpPr>
          <p:cNvPr id="13" name="Shape 11"/>
          <p:cNvSpPr/>
          <p:nvPr/>
        </p:nvSpPr>
        <p:spPr>
          <a:xfrm>
            <a:off x="8848555" y="5392180"/>
            <a:ext cx="14145" cy="14145"/>
          </a:xfrm>
          <a:prstGeom prst="ellipse">
            <a:avLst/>
          </a:prstGeom>
          <a:solidFill>
            <a:srgbClr val="D3E2ED">
              <a:alpha val="30000"/>
            </a:srgbClr>
          </a:solidFill>
          <a:ln w="12700">
            <a:solidFill>
              <a:srgbClr val="071321">
                <a:alpha val="0"/>
              </a:srgbClr>
            </a:solidFill>
            <a:prstDash val="solid"/>
          </a:ln>
        </p:spPr>
      </p:sp>
      <p:sp>
        <p:nvSpPr>
          <p:cNvPr id="14" name="Shape 12"/>
          <p:cNvSpPr/>
          <p:nvPr/>
        </p:nvSpPr>
        <p:spPr>
          <a:xfrm>
            <a:off x="11566216" y="5216673"/>
            <a:ext cx="14030" cy="14030"/>
          </a:xfrm>
          <a:prstGeom prst="ellipse">
            <a:avLst/>
          </a:prstGeom>
          <a:solidFill>
            <a:srgbClr val="D3E2ED">
              <a:alpha val="30000"/>
            </a:srgbClr>
          </a:solidFill>
          <a:ln w="12700">
            <a:solidFill>
              <a:srgbClr val="071321">
                <a:alpha val="0"/>
              </a:srgbClr>
            </a:solidFill>
            <a:prstDash val="solid"/>
          </a:ln>
        </p:spPr>
      </p:sp>
      <p:sp>
        <p:nvSpPr>
          <p:cNvPr id="15" name="Shape 13"/>
          <p:cNvSpPr/>
          <p:nvPr/>
        </p:nvSpPr>
        <p:spPr>
          <a:xfrm>
            <a:off x="6712880" y="1892388"/>
            <a:ext cx="9667" cy="9667"/>
          </a:xfrm>
          <a:prstGeom prst="ellipse">
            <a:avLst/>
          </a:prstGeom>
          <a:solidFill>
            <a:srgbClr val="D3E2ED">
              <a:alpha val="30000"/>
            </a:srgbClr>
          </a:solidFill>
          <a:ln w="12700">
            <a:solidFill>
              <a:srgbClr val="071321">
                <a:alpha val="0"/>
              </a:srgbClr>
            </a:solidFill>
            <a:prstDash val="solid"/>
          </a:ln>
        </p:spPr>
      </p:sp>
      <p:sp>
        <p:nvSpPr>
          <p:cNvPr id="16" name="Shape 14"/>
          <p:cNvSpPr/>
          <p:nvPr/>
        </p:nvSpPr>
        <p:spPr>
          <a:xfrm>
            <a:off x="3936990" y="2436409"/>
            <a:ext cx="8586" cy="8586"/>
          </a:xfrm>
          <a:prstGeom prst="ellipse">
            <a:avLst/>
          </a:prstGeom>
          <a:solidFill>
            <a:srgbClr val="5DE4E2">
              <a:alpha val="55000"/>
            </a:srgbClr>
          </a:solidFill>
          <a:ln w="12700">
            <a:solidFill>
              <a:srgbClr val="071321">
                <a:alpha val="0"/>
              </a:srgbClr>
            </a:solidFill>
            <a:prstDash val="solid"/>
          </a:ln>
        </p:spPr>
      </p:sp>
      <p:sp>
        <p:nvSpPr>
          <p:cNvPr id="17" name="Shape 15"/>
          <p:cNvSpPr/>
          <p:nvPr/>
        </p:nvSpPr>
        <p:spPr>
          <a:xfrm>
            <a:off x="8569477" y="4206404"/>
            <a:ext cx="10367" cy="10367"/>
          </a:xfrm>
          <a:prstGeom prst="ellipse">
            <a:avLst/>
          </a:prstGeom>
          <a:solidFill>
            <a:srgbClr val="D3E2ED">
              <a:alpha val="30000"/>
            </a:srgbClr>
          </a:solidFill>
          <a:ln w="12700">
            <a:solidFill>
              <a:srgbClr val="071321">
                <a:alpha val="0"/>
              </a:srgbClr>
            </a:solidFill>
            <a:prstDash val="solid"/>
          </a:ln>
        </p:spPr>
      </p:sp>
      <p:sp>
        <p:nvSpPr>
          <p:cNvPr id="18" name="Shape 16"/>
          <p:cNvSpPr/>
          <p:nvPr/>
        </p:nvSpPr>
        <p:spPr>
          <a:xfrm>
            <a:off x="11594146" y="1355541"/>
            <a:ext cx="9368" cy="9368"/>
          </a:xfrm>
          <a:prstGeom prst="ellipse">
            <a:avLst/>
          </a:prstGeom>
          <a:solidFill>
            <a:srgbClr val="D3E2ED">
              <a:alpha val="30000"/>
            </a:srgbClr>
          </a:solidFill>
          <a:ln w="12700">
            <a:solidFill>
              <a:srgbClr val="071321">
                <a:alpha val="0"/>
              </a:srgbClr>
            </a:solidFill>
            <a:prstDash val="solid"/>
          </a:ln>
        </p:spPr>
      </p:sp>
      <p:sp>
        <p:nvSpPr>
          <p:cNvPr id="19" name="Shape 17"/>
          <p:cNvSpPr/>
          <p:nvPr/>
        </p:nvSpPr>
        <p:spPr>
          <a:xfrm>
            <a:off x="1108306" y="5150877"/>
            <a:ext cx="11700" cy="11700"/>
          </a:xfrm>
          <a:prstGeom prst="ellipse">
            <a:avLst/>
          </a:prstGeom>
          <a:solidFill>
            <a:srgbClr val="D3E2ED">
              <a:alpha val="30000"/>
            </a:srgbClr>
          </a:solidFill>
          <a:ln w="12700">
            <a:solidFill>
              <a:srgbClr val="071321">
                <a:alpha val="0"/>
              </a:srgbClr>
            </a:solidFill>
            <a:prstDash val="solid"/>
          </a:ln>
        </p:spPr>
      </p:sp>
      <p:sp>
        <p:nvSpPr>
          <p:cNvPr id="20" name="Shape 18"/>
          <p:cNvSpPr/>
          <p:nvPr/>
        </p:nvSpPr>
        <p:spPr>
          <a:xfrm>
            <a:off x="11454473" y="3725690"/>
            <a:ext cx="8382" cy="8382"/>
          </a:xfrm>
          <a:prstGeom prst="ellipse">
            <a:avLst/>
          </a:prstGeom>
          <a:solidFill>
            <a:srgbClr val="D3E2ED">
              <a:alpha val="30000"/>
            </a:srgbClr>
          </a:solidFill>
          <a:ln w="12700">
            <a:solidFill>
              <a:srgbClr val="071321">
                <a:alpha val="0"/>
              </a:srgbClr>
            </a:solidFill>
            <a:prstDash val="solid"/>
          </a:ln>
        </p:spPr>
      </p:sp>
      <p:sp>
        <p:nvSpPr>
          <p:cNvPr id="21" name="Shape 19"/>
          <p:cNvSpPr/>
          <p:nvPr/>
        </p:nvSpPr>
        <p:spPr>
          <a:xfrm>
            <a:off x="2124853" y="5418292"/>
            <a:ext cx="13109" cy="13109"/>
          </a:xfrm>
          <a:prstGeom prst="ellipse">
            <a:avLst/>
          </a:prstGeom>
          <a:solidFill>
            <a:srgbClr val="D3E2ED">
              <a:alpha val="30000"/>
            </a:srgbClr>
          </a:solidFill>
          <a:ln w="12700">
            <a:solidFill>
              <a:srgbClr val="071321">
                <a:alpha val="0"/>
              </a:srgbClr>
            </a:solidFill>
            <a:prstDash val="solid"/>
          </a:ln>
        </p:spPr>
      </p:sp>
      <p:sp>
        <p:nvSpPr>
          <p:cNvPr id="22" name="Shape 20"/>
          <p:cNvSpPr/>
          <p:nvPr/>
        </p:nvSpPr>
        <p:spPr>
          <a:xfrm>
            <a:off x="1640581" y="1301594"/>
            <a:ext cx="17354" cy="17354"/>
          </a:xfrm>
          <a:prstGeom prst="ellipse">
            <a:avLst/>
          </a:prstGeom>
          <a:solidFill>
            <a:srgbClr val="D3E2ED">
              <a:alpha val="30000"/>
            </a:srgbClr>
          </a:solidFill>
          <a:ln w="12700">
            <a:solidFill>
              <a:srgbClr val="071321">
                <a:alpha val="0"/>
              </a:srgbClr>
            </a:solidFill>
            <a:prstDash val="solid"/>
          </a:ln>
        </p:spPr>
      </p:sp>
      <p:sp>
        <p:nvSpPr>
          <p:cNvPr id="23" name="Shape 21"/>
          <p:cNvSpPr/>
          <p:nvPr/>
        </p:nvSpPr>
        <p:spPr>
          <a:xfrm>
            <a:off x="6498021" y="6373181"/>
            <a:ext cx="15814" cy="15814"/>
          </a:xfrm>
          <a:prstGeom prst="ellipse">
            <a:avLst/>
          </a:prstGeom>
          <a:solidFill>
            <a:srgbClr val="5DE4E2">
              <a:alpha val="55000"/>
            </a:srgbClr>
          </a:solidFill>
          <a:ln w="12700">
            <a:solidFill>
              <a:srgbClr val="071321">
                <a:alpha val="0"/>
              </a:srgbClr>
            </a:solidFill>
            <a:prstDash val="solid"/>
          </a:ln>
        </p:spPr>
      </p:sp>
      <p:sp>
        <p:nvSpPr>
          <p:cNvPr id="24" name="Shape 22"/>
          <p:cNvSpPr/>
          <p:nvPr/>
        </p:nvSpPr>
        <p:spPr>
          <a:xfrm>
            <a:off x="4118173" y="3205878"/>
            <a:ext cx="18148" cy="18148"/>
          </a:xfrm>
          <a:prstGeom prst="ellipse">
            <a:avLst/>
          </a:prstGeom>
          <a:solidFill>
            <a:srgbClr val="D3E2ED">
              <a:alpha val="30000"/>
            </a:srgbClr>
          </a:solidFill>
          <a:ln w="12700">
            <a:solidFill>
              <a:srgbClr val="071321">
                <a:alpha val="0"/>
              </a:srgbClr>
            </a:solidFill>
            <a:prstDash val="solid"/>
          </a:ln>
        </p:spPr>
      </p:sp>
      <p:sp>
        <p:nvSpPr>
          <p:cNvPr id="25" name="Shape 23"/>
          <p:cNvSpPr/>
          <p:nvPr/>
        </p:nvSpPr>
        <p:spPr>
          <a:xfrm>
            <a:off x="10329519" y="5463579"/>
            <a:ext cx="9004" cy="9004"/>
          </a:xfrm>
          <a:prstGeom prst="ellipse">
            <a:avLst/>
          </a:prstGeom>
          <a:solidFill>
            <a:srgbClr val="D3E2ED">
              <a:alpha val="30000"/>
            </a:srgbClr>
          </a:solidFill>
          <a:ln w="12700">
            <a:solidFill>
              <a:srgbClr val="071321">
                <a:alpha val="0"/>
              </a:srgbClr>
            </a:solidFill>
            <a:prstDash val="solid"/>
          </a:ln>
        </p:spPr>
      </p:sp>
      <p:sp>
        <p:nvSpPr>
          <p:cNvPr id="26" name="Shape 24"/>
          <p:cNvSpPr/>
          <p:nvPr/>
        </p:nvSpPr>
        <p:spPr>
          <a:xfrm>
            <a:off x="0" y="0"/>
            <a:ext cx="12192000" cy="6858000"/>
          </a:xfrm>
          <a:prstGeom prst="rect">
            <a:avLst/>
          </a:prstGeom>
          <a:solidFill>
            <a:srgbClr val="071321">
              <a:alpha val="89000"/>
            </a:srgbClr>
          </a:solidFill>
          <a:ln w="12700">
            <a:solidFill>
              <a:srgbClr val="071321">
                <a:alpha val="0"/>
              </a:srgbClr>
            </a:solidFill>
            <a:prstDash val="solid"/>
          </a:ln>
        </p:spPr>
      </p:sp>
      <p:sp>
        <p:nvSpPr>
          <p:cNvPr id="27" name="Text 25"/>
          <p:cNvSpPr/>
          <p:nvPr/>
        </p:nvSpPr>
        <p:spPr>
          <a:xfrm>
            <a:off x="612648" y="347472"/>
            <a:ext cx="10058400" cy="274320"/>
          </a:xfrm>
          <a:prstGeom prst="rect">
            <a:avLst/>
          </a:prstGeom>
          <a:noFill/>
          <a:ln/>
        </p:spPr>
        <p:txBody>
          <a:bodyPr wrap="square" lIns="0" tIns="0" rIns="0" bIns="0" rtlCol="0" anchor="ctr">
            <a:normAutofit/>
          </a:bodyPr>
          <a:lstStyle/>
          <a:p>
            <a:pPr marL="0" indent="0">
              <a:buNone/>
            </a:pPr>
            <a:r>
              <a:rPr lang="en-US" sz="950" b="1" kern="0" spc="220" dirty="0">
                <a:solidFill>
                  <a:srgbClr val="5DE4E2"/>
                </a:solidFill>
                <a:latin typeface="Inter" pitchFamily="34" charset="0"/>
                <a:ea typeface="Inter" pitchFamily="34" charset="-122"/>
                <a:cs typeface="Inter" pitchFamily="34" charset="-120"/>
              </a:rPr>
              <a:t>DSCC  /  MISSION FILE: ODYSSEY</a:t>
            </a:r>
            <a:endParaRPr lang="en-US" sz="950" dirty="0"/>
          </a:p>
        </p:txBody>
      </p:sp>
      <p:sp>
        <p:nvSpPr>
          <p:cNvPr id="28" name="Text 26"/>
          <p:cNvSpPr/>
          <p:nvPr/>
        </p:nvSpPr>
        <p:spPr>
          <a:xfrm>
            <a:off x="612648" y="832104"/>
            <a:ext cx="10972800" cy="612648"/>
          </a:xfrm>
          <a:prstGeom prst="rect">
            <a:avLst/>
          </a:prstGeom>
          <a:noFill/>
          <a:ln/>
        </p:spPr>
        <p:txBody>
          <a:bodyPr wrap="square" lIns="0" tIns="0" rIns="0" bIns="0" rtlCol="0" anchor="ctr">
            <a:normAutofit/>
          </a:bodyPr>
          <a:lstStyle/>
          <a:p>
            <a:pPr marL="0" indent="0">
              <a:buNone/>
            </a:pPr>
            <a:r>
              <a:rPr lang="en-US" sz="3000" b="1" dirty="0">
                <a:solidFill>
                  <a:srgbClr val="F0F8FC"/>
                </a:solidFill>
                <a:latin typeface="Inter Display" pitchFamily="34" charset="0"/>
                <a:ea typeface="Inter Display" pitchFamily="34" charset="-122"/>
                <a:cs typeface="Inter Display" pitchFamily="34" charset="-120"/>
              </a:rPr>
              <a:t>INCOMING ARCHIVE: act1.txt</a:t>
            </a:r>
            <a:endParaRPr lang="en-US" sz="3000" dirty="0"/>
          </a:p>
        </p:txBody>
      </p:sp>
      <p:sp>
        <p:nvSpPr>
          <p:cNvPr id="29" name="Text 27"/>
          <p:cNvSpPr/>
          <p:nvPr/>
        </p:nvSpPr>
        <p:spPr>
          <a:xfrm>
            <a:off x="640080" y="1481328"/>
            <a:ext cx="10789920" cy="347472"/>
          </a:xfrm>
          <a:prstGeom prst="rect">
            <a:avLst/>
          </a:prstGeom>
          <a:noFill/>
          <a:ln/>
        </p:spPr>
        <p:txBody>
          <a:bodyPr wrap="square" lIns="0" tIns="0" rIns="0" bIns="0" rtlCol="0" anchor="ctr">
            <a:normAutofit/>
          </a:bodyPr>
          <a:lstStyle/>
          <a:p>
            <a:pPr marL="0" indent="0">
              <a:buNone/>
            </a:pPr>
            <a:r>
              <a:rPr lang="en-US" sz="1500" dirty="0">
                <a:solidFill>
                  <a:srgbClr val="B0C6D1"/>
                </a:solidFill>
                <a:latin typeface="Inter" pitchFamily="34" charset="0"/>
                <a:ea typeface="Inter" pitchFamily="34" charset="-122"/>
                <a:cs typeface="Inter" pitchFamily="34" charset="-120"/>
              </a:rPr>
              <a:t>Three fragments. Five fields per line. One unreadable past.</a:t>
            </a:r>
            <a:endParaRPr lang="en-US" sz="1500" dirty="0"/>
          </a:p>
        </p:txBody>
      </p:sp>
      <p:sp>
        <p:nvSpPr>
          <p:cNvPr id="30" name="Shape 28"/>
          <p:cNvSpPr/>
          <p:nvPr/>
        </p:nvSpPr>
        <p:spPr>
          <a:xfrm>
            <a:off x="612648" y="1865376"/>
            <a:ext cx="10972800" cy="914"/>
          </a:xfrm>
          <a:prstGeom prst="line">
            <a:avLst/>
          </a:prstGeom>
          <a:noFill/>
          <a:ln w="12700">
            <a:solidFill>
              <a:srgbClr val="28506A"/>
            </a:solidFill>
            <a:prstDash val="solid"/>
          </a:ln>
        </p:spPr>
      </p:sp>
      <p:sp>
        <p:nvSpPr>
          <p:cNvPr id="31" name="Shape 29"/>
          <p:cNvSpPr/>
          <p:nvPr/>
        </p:nvSpPr>
        <p:spPr>
          <a:xfrm>
            <a:off x="612648" y="6510528"/>
            <a:ext cx="10972800" cy="914"/>
          </a:xfrm>
          <a:prstGeom prst="line">
            <a:avLst/>
          </a:prstGeom>
          <a:noFill/>
          <a:ln w="10160">
            <a:solidFill>
              <a:srgbClr val="28506A"/>
            </a:solidFill>
            <a:prstDash val="solid"/>
          </a:ln>
        </p:spPr>
      </p:sp>
      <p:sp>
        <p:nvSpPr>
          <p:cNvPr id="32" name="Text 30"/>
          <p:cNvSpPr/>
          <p:nvPr/>
        </p:nvSpPr>
        <p:spPr>
          <a:xfrm>
            <a:off x="630936" y="6556248"/>
            <a:ext cx="7315200" cy="173736"/>
          </a:xfrm>
          <a:prstGeom prst="rect">
            <a:avLst/>
          </a:prstGeom>
          <a:noFill/>
          <a:ln/>
        </p:spPr>
        <p:txBody>
          <a:bodyPr wrap="square" lIns="0" tIns="0" rIns="0" bIns="0" rtlCol="0" anchor="ctr">
            <a:normAutofit/>
          </a:bodyPr>
          <a:lstStyle/>
          <a:p>
            <a:pPr marL="0" indent="0">
              <a:buNone/>
            </a:pPr>
            <a:r>
              <a:rPr lang="en-US" sz="800" b="1" kern="0" spc="150" dirty="0">
                <a:solidFill>
                  <a:srgbClr val="7F9FB0"/>
                </a:solidFill>
                <a:latin typeface="Inter" pitchFamily="34" charset="0"/>
                <a:ea typeface="Inter" pitchFamily="34" charset="-122"/>
                <a:cs typeface="Inter" pitchFamily="34" charset="-120"/>
              </a:rPr>
              <a:t>C3  //  THE LAST TRANSMISSION  //  ACT I</a:t>
            </a:r>
            <a:endParaRPr lang="en-US" sz="800" dirty="0"/>
          </a:p>
        </p:txBody>
      </p:sp>
      <p:sp>
        <p:nvSpPr>
          <p:cNvPr id="33" name="Text 31"/>
          <p:cNvSpPr/>
          <p:nvPr/>
        </p:nvSpPr>
        <p:spPr>
          <a:xfrm>
            <a:off x="10972800" y="6556248"/>
            <a:ext cx="530352" cy="173736"/>
          </a:xfrm>
          <a:prstGeom prst="rect">
            <a:avLst/>
          </a:prstGeom>
          <a:noFill/>
          <a:ln/>
        </p:spPr>
        <p:txBody>
          <a:bodyPr wrap="square" lIns="0" tIns="0" rIns="0" bIns="0" rtlCol="0" anchor="ctr">
            <a:normAutofit/>
          </a:bodyPr>
          <a:lstStyle/>
          <a:p>
            <a:pPr marL="0" indent="0" algn="r">
              <a:buNone/>
            </a:pPr>
            <a:r>
              <a:rPr lang="en-US" sz="800" b="1" dirty="0">
                <a:solidFill>
                  <a:srgbClr val="7F9FB0"/>
                </a:solidFill>
                <a:latin typeface="Inter" pitchFamily="34" charset="0"/>
                <a:ea typeface="Inter" pitchFamily="34" charset="-122"/>
                <a:cs typeface="Inter" pitchFamily="34" charset="-120"/>
              </a:rPr>
              <a:t>05</a:t>
            </a:r>
            <a:endParaRPr lang="en-US" sz="800" dirty="0"/>
          </a:p>
        </p:txBody>
      </p:sp>
      <p:sp>
        <p:nvSpPr>
          <p:cNvPr id="34" name="Shape 32"/>
          <p:cNvSpPr/>
          <p:nvPr/>
        </p:nvSpPr>
        <p:spPr>
          <a:xfrm>
            <a:off x="722376" y="2029968"/>
            <a:ext cx="10753344" cy="2898648"/>
          </a:xfrm>
          <a:prstGeom prst="roundRect">
            <a:avLst>
              <a:gd name="adj" fmla="val 2524"/>
            </a:avLst>
          </a:prstGeom>
          <a:solidFill>
            <a:srgbClr val="091A2C">
              <a:alpha val="95000"/>
            </a:srgbClr>
          </a:solidFill>
          <a:ln w="10160">
            <a:solidFill>
              <a:srgbClr val="55BFE9">
                <a:alpha val="76000"/>
              </a:srgbClr>
            </a:solidFill>
            <a:prstDash val="solid"/>
          </a:ln>
        </p:spPr>
      </p:sp>
      <p:sp>
        <p:nvSpPr>
          <p:cNvPr id="35" name="Text 33"/>
          <p:cNvSpPr/>
          <p:nvPr/>
        </p:nvSpPr>
        <p:spPr>
          <a:xfrm>
            <a:off x="1014984" y="2304288"/>
            <a:ext cx="9144000" cy="301752"/>
          </a:xfrm>
          <a:prstGeom prst="rect">
            <a:avLst/>
          </a:prstGeom>
          <a:noFill/>
          <a:ln/>
        </p:spPr>
        <p:txBody>
          <a:bodyPr wrap="square" lIns="0" tIns="0" rIns="0" bIns="0" rtlCol="0" anchor="ctr">
            <a:normAutofit/>
          </a:bodyPr>
          <a:lstStyle/>
          <a:p>
            <a:pPr marL="0" indent="0">
              <a:buNone/>
            </a:pPr>
            <a:r>
              <a:rPr lang="en-US" sz="1100" b="1" kern="0" spc="130" dirty="0">
                <a:solidFill>
                  <a:srgbClr val="5DE4E2"/>
                </a:solidFill>
                <a:latin typeface="Inter" pitchFamily="34" charset="0"/>
                <a:ea typeface="Inter" pitchFamily="34" charset="-122"/>
                <a:cs typeface="Inter" pitchFamily="34" charset="-120"/>
              </a:rPr>
              <a:t>DSCC / INBOUND-ARCHIVE / UTF-8 / LIVE SNAPSHOT</a:t>
            </a:r>
            <a:endParaRPr lang="en-US" sz="1100" dirty="0"/>
          </a:p>
        </p:txBody>
      </p:sp>
      <p:sp>
        <p:nvSpPr>
          <p:cNvPr id="36" name="Text 34"/>
          <p:cNvSpPr/>
          <p:nvPr/>
        </p:nvSpPr>
        <p:spPr>
          <a:xfrm>
            <a:off x="1060704" y="2761488"/>
            <a:ext cx="9784080" cy="512064"/>
          </a:xfrm>
          <a:prstGeom prst="rect">
            <a:avLst/>
          </a:prstGeom>
          <a:noFill/>
          <a:ln/>
        </p:spPr>
        <p:txBody>
          <a:bodyPr wrap="square" lIns="0" tIns="0" rIns="0" bIns="0" rtlCol="0" anchor="ctr">
            <a:normAutofit/>
          </a:bodyPr>
          <a:lstStyle/>
          <a:p>
            <a:pPr marL="0" indent="0">
              <a:buNone/>
            </a:pPr>
            <a:r>
              <a:rPr lang="en-US" sz="2100" dirty="0">
                <a:solidFill>
                  <a:srgbClr val="F0F8FC"/>
                </a:solidFill>
                <a:latin typeface="DejaVu Sans Mono" pitchFamily="34" charset="0"/>
                <a:ea typeface="DejaVu Sans Mono" pitchFamily="34" charset="-122"/>
                <a:cs typeface="DejaVu Sans Mono" pitchFamily="34" charset="-120"/>
              </a:rPr>
              <a:t>########|########|001|###|WE</a:t>
            </a:r>
            <a:endParaRPr lang="en-US" sz="2100" dirty="0"/>
          </a:p>
        </p:txBody>
      </p:sp>
      <p:sp>
        <p:nvSpPr>
          <p:cNvPr id="37" name="Text 35"/>
          <p:cNvSpPr/>
          <p:nvPr/>
        </p:nvSpPr>
        <p:spPr>
          <a:xfrm>
            <a:off x="1060704" y="3355848"/>
            <a:ext cx="9784080" cy="512064"/>
          </a:xfrm>
          <a:prstGeom prst="rect">
            <a:avLst/>
          </a:prstGeom>
          <a:noFill/>
          <a:ln/>
        </p:spPr>
        <p:txBody>
          <a:bodyPr wrap="square" lIns="0" tIns="0" rIns="0" bIns="0" rtlCol="0" anchor="ctr">
            <a:normAutofit/>
          </a:bodyPr>
          <a:lstStyle/>
          <a:p>
            <a:pPr marL="0" indent="0">
              <a:buNone/>
            </a:pPr>
            <a:r>
              <a:rPr lang="en-US" sz="2100" dirty="0">
                <a:solidFill>
                  <a:srgbClr val="F0F8FC"/>
                </a:solidFill>
                <a:latin typeface="DejaVu Sans Mono" pitchFamily="34" charset="0"/>
                <a:ea typeface="DejaVu Sans Mono" pitchFamily="34" charset="-122"/>
                <a:cs typeface="DejaVu Sans Mono" pitchFamily="34" charset="-120"/>
              </a:rPr>
              <a:t>########|########|002|###|ARE</a:t>
            </a:r>
            <a:endParaRPr lang="en-US" sz="2100" dirty="0"/>
          </a:p>
        </p:txBody>
      </p:sp>
      <p:sp>
        <p:nvSpPr>
          <p:cNvPr id="38" name="Text 36"/>
          <p:cNvSpPr/>
          <p:nvPr/>
        </p:nvSpPr>
        <p:spPr>
          <a:xfrm>
            <a:off x="1060704" y="3950208"/>
            <a:ext cx="9784080" cy="512064"/>
          </a:xfrm>
          <a:prstGeom prst="rect">
            <a:avLst/>
          </a:prstGeom>
          <a:noFill/>
          <a:ln/>
        </p:spPr>
        <p:txBody>
          <a:bodyPr wrap="square" lIns="0" tIns="0" rIns="0" bIns="0" rtlCol="0" anchor="ctr">
            <a:normAutofit/>
          </a:bodyPr>
          <a:lstStyle/>
          <a:p>
            <a:pPr marL="0" indent="0">
              <a:buNone/>
            </a:pPr>
            <a:r>
              <a:rPr lang="en-US" sz="2100" dirty="0">
                <a:solidFill>
                  <a:srgbClr val="F0F8FC"/>
                </a:solidFill>
                <a:latin typeface="DejaVu Sans Mono" pitchFamily="34" charset="0"/>
                <a:ea typeface="DejaVu Sans Mono" pitchFamily="34" charset="-122"/>
                <a:cs typeface="DejaVu Sans Mono" pitchFamily="34" charset="-120"/>
              </a:rPr>
              <a:t>########|########|003|###|NOT</a:t>
            </a:r>
            <a:endParaRPr lang="en-US" sz="2100" dirty="0"/>
          </a:p>
        </p:txBody>
      </p:sp>
      <p:sp>
        <p:nvSpPr>
          <p:cNvPr id="39" name="Text 37"/>
          <p:cNvSpPr/>
          <p:nvPr/>
        </p:nvSpPr>
        <p:spPr>
          <a:xfrm>
            <a:off x="914400" y="5230368"/>
            <a:ext cx="9875520" cy="502920"/>
          </a:xfrm>
          <a:prstGeom prst="rect">
            <a:avLst/>
          </a:prstGeom>
          <a:noFill/>
          <a:ln/>
        </p:spPr>
        <p:txBody>
          <a:bodyPr wrap="square" lIns="0" tIns="0" rIns="0" bIns="0" rtlCol="0" anchor="ctr">
            <a:normAutofit/>
          </a:bodyPr>
          <a:lstStyle/>
          <a:p>
            <a:pPr marL="0" indent="0">
              <a:buNone/>
            </a:pPr>
            <a:r>
              <a:rPr lang="en-US" sz="1800" dirty="0">
                <a:solidFill>
                  <a:srgbClr val="B0C6D1"/>
                </a:solidFill>
                <a:latin typeface="Inter" pitchFamily="34" charset="0"/>
                <a:ea typeface="Inter" pitchFamily="34" charset="-122"/>
                <a:cs typeface="Inter" pitchFamily="34" charset="-120"/>
              </a:rPr>
              <a:t>Each row is one recovered fragment of the original recording.</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2140748" y="5841171"/>
            <a:ext cx="14929" cy="14929"/>
          </a:xfrm>
          <a:prstGeom prst="ellipse">
            <a:avLst/>
          </a:prstGeom>
          <a:solidFill>
            <a:srgbClr val="5DE4E2">
              <a:alpha val="55000"/>
            </a:srgbClr>
          </a:solidFill>
          <a:ln w="12700">
            <a:solidFill>
              <a:srgbClr val="071321">
                <a:alpha val="0"/>
              </a:srgbClr>
            </a:solidFill>
            <a:prstDash val="solid"/>
          </a:ln>
        </p:spPr>
      </p:sp>
      <p:sp>
        <p:nvSpPr>
          <p:cNvPr id="3" name="Shape 1"/>
          <p:cNvSpPr/>
          <p:nvPr/>
        </p:nvSpPr>
        <p:spPr>
          <a:xfrm>
            <a:off x="10963453" y="4274799"/>
            <a:ext cx="18209" cy="18209"/>
          </a:xfrm>
          <a:prstGeom prst="ellipse">
            <a:avLst/>
          </a:prstGeom>
          <a:solidFill>
            <a:srgbClr val="D3E2ED">
              <a:alpha val="30000"/>
            </a:srgbClr>
          </a:solidFill>
          <a:ln w="12700">
            <a:solidFill>
              <a:srgbClr val="071321">
                <a:alpha val="0"/>
              </a:srgbClr>
            </a:solidFill>
            <a:prstDash val="solid"/>
          </a:ln>
        </p:spPr>
      </p:sp>
      <p:sp>
        <p:nvSpPr>
          <p:cNvPr id="4" name="Shape 2"/>
          <p:cNvSpPr/>
          <p:nvPr/>
        </p:nvSpPr>
        <p:spPr>
          <a:xfrm>
            <a:off x="3657282" y="1461776"/>
            <a:ext cx="16260" cy="16260"/>
          </a:xfrm>
          <a:prstGeom prst="ellipse">
            <a:avLst/>
          </a:prstGeom>
          <a:solidFill>
            <a:srgbClr val="D3E2ED">
              <a:alpha val="30000"/>
            </a:srgbClr>
          </a:solidFill>
          <a:ln w="12700">
            <a:solidFill>
              <a:srgbClr val="071321">
                <a:alpha val="0"/>
              </a:srgbClr>
            </a:solidFill>
            <a:prstDash val="solid"/>
          </a:ln>
        </p:spPr>
      </p:sp>
      <p:sp>
        <p:nvSpPr>
          <p:cNvPr id="5" name="Shape 3"/>
          <p:cNvSpPr/>
          <p:nvPr/>
        </p:nvSpPr>
        <p:spPr>
          <a:xfrm>
            <a:off x="1154303" y="3645331"/>
            <a:ext cx="16742" cy="16742"/>
          </a:xfrm>
          <a:prstGeom prst="ellipse">
            <a:avLst/>
          </a:prstGeom>
          <a:solidFill>
            <a:srgbClr val="D3E2ED">
              <a:alpha val="30000"/>
            </a:srgbClr>
          </a:solidFill>
          <a:ln w="12700">
            <a:solidFill>
              <a:srgbClr val="071321">
                <a:alpha val="0"/>
              </a:srgbClr>
            </a:solidFill>
            <a:prstDash val="solid"/>
          </a:ln>
        </p:spPr>
      </p:sp>
      <p:sp>
        <p:nvSpPr>
          <p:cNvPr id="6" name="Shape 4"/>
          <p:cNvSpPr/>
          <p:nvPr/>
        </p:nvSpPr>
        <p:spPr>
          <a:xfrm>
            <a:off x="11809030" y="5490212"/>
            <a:ext cx="10590" cy="10590"/>
          </a:xfrm>
          <a:prstGeom prst="ellipse">
            <a:avLst/>
          </a:prstGeom>
          <a:solidFill>
            <a:srgbClr val="D3E2ED">
              <a:alpha val="30000"/>
            </a:srgbClr>
          </a:solidFill>
          <a:ln w="12700">
            <a:solidFill>
              <a:srgbClr val="071321">
                <a:alpha val="0"/>
              </a:srgbClr>
            </a:solidFill>
            <a:prstDash val="solid"/>
          </a:ln>
        </p:spPr>
      </p:sp>
      <p:sp>
        <p:nvSpPr>
          <p:cNvPr id="7" name="Shape 5"/>
          <p:cNvSpPr/>
          <p:nvPr/>
        </p:nvSpPr>
        <p:spPr>
          <a:xfrm>
            <a:off x="1005412" y="912027"/>
            <a:ext cx="8645" cy="8645"/>
          </a:xfrm>
          <a:prstGeom prst="ellipse">
            <a:avLst/>
          </a:prstGeom>
          <a:solidFill>
            <a:srgbClr val="D3E2ED">
              <a:alpha val="30000"/>
            </a:srgbClr>
          </a:solidFill>
          <a:ln w="12700">
            <a:solidFill>
              <a:srgbClr val="071321">
                <a:alpha val="0"/>
              </a:srgbClr>
            </a:solidFill>
            <a:prstDash val="solid"/>
          </a:ln>
        </p:spPr>
      </p:sp>
      <p:sp>
        <p:nvSpPr>
          <p:cNvPr id="8" name="Shape 6"/>
          <p:cNvSpPr/>
          <p:nvPr/>
        </p:nvSpPr>
        <p:spPr>
          <a:xfrm>
            <a:off x="11123721" y="3260897"/>
            <a:ext cx="8344" cy="8344"/>
          </a:xfrm>
          <a:prstGeom prst="ellipse">
            <a:avLst/>
          </a:prstGeom>
          <a:solidFill>
            <a:srgbClr val="D3E2ED">
              <a:alpha val="30000"/>
            </a:srgbClr>
          </a:solidFill>
          <a:ln w="12700">
            <a:solidFill>
              <a:srgbClr val="071321">
                <a:alpha val="0"/>
              </a:srgbClr>
            </a:solidFill>
            <a:prstDash val="solid"/>
          </a:ln>
        </p:spPr>
      </p:sp>
      <p:sp>
        <p:nvSpPr>
          <p:cNvPr id="9" name="Shape 7"/>
          <p:cNvSpPr/>
          <p:nvPr/>
        </p:nvSpPr>
        <p:spPr>
          <a:xfrm>
            <a:off x="7829777" y="6502048"/>
            <a:ext cx="9233" cy="9233"/>
          </a:xfrm>
          <a:prstGeom prst="ellipse">
            <a:avLst/>
          </a:prstGeom>
          <a:solidFill>
            <a:srgbClr val="5DE4E2">
              <a:alpha val="55000"/>
            </a:srgbClr>
          </a:solidFill>
          <a:ln w="12700">
            <a:solidFill>
              <a:srgbClr val="071321">
                <a:alpha val="0"/>
              </a:srgbClr>
            </a:solidFill>
            <a:prstDash val="solid"/>
          </a:ln>
        </p:spPr>
      </p:sp>
      <p:sp>
        <p:nvSpPr>
          <p:cNvPr id="10" name="Shape 8"/>
          <p:cNvSpPr/>
          <p:nvPr/>
        </p:nvSpPr>
        <p:spPr>
          <a:xfrm>
            <a:off x="2506390" y="2575091"/>
            <a:ext cx="17255" cy="17255"/>
          </a:xfrm>
          <a:prstGeom prst="ellipse">
            <a:avLst/>
          </a:prstGeom>
          <a:solidFill>
            <a:srgbClr val="D3E2ED">
              <a:alpha val="30000"/>
            </a:srgbClr>
          </a:solidFill>
          <a:ln w="12700">
            <a:solidFill>
              <a:srgbClr val="071321">
                <a:alpha val="0"/>
              </a:srgbClr>
            </a:solidFill>
            <a:prstDash val="solid"/>
          </a:ln>
        </p:spPr>
      </p:sp>
      <p:sp>
        <p:nvSpPr>
          <p:cNvPr id="11" name="Shape 9"/>
          <p:cNvSpPr/>
          <p:nvPr/>
        </p:nvSpPr>
        <p:spPr>
          <a:xfrm>
            <a:off x="11804941" y="5929923"/>
            <a:ext cx="7839" cy="7839"/>
          </a:xfrm>
          <a:prstGeom prst="ellipse">
            <a:avLst/>
          </a:prstGeom>
          <a:solidFill>
            <a:srgbClr val="D3E2ED">
              <a:alpha val="30000"/>
            </a:srgbClr>
          </a:solidFill>
          <a:ln w="12700">
            <a:solidFill>
              <a:srgbClr val="071321">
                <a:alpha val="0"/>
              </a:srgbClr>
            </a:solidFill>
            <a:prstDash val="solid"/>
          </a:ln>
        </p:spPr>
      </p:sp>
      <p:sp>
        <p:nvSpPr>
          <p:cNvPr id="12" name="Shape 10"/>
          <p:cNvSpPr/>
          <p:nvPr/>
        </p:nvSpPr>
        <p:spPr>
          <a:xfrm>
            <a:off x="5082889" y="4381366"/>
            <a:ext cx="12363" cy="12363"/>
          </a:xfrm>
          <a:prstGeom prst="ellipse">
            <a:avLst/>
          </a:prstGeom>
          <a:solidFill>
            <a:srgbClr val="D3E2ED">
              <a:alpha val="30000"/>
            </a:srgbClr>
          </a:solidFill>
          <a:ln w="12700">
            <a:solidFill>
              <a:srgbClr val="071321">
                <a:alpha val="0"/>
              </a:srgbClr>
            </a:solidFill>
            <a:prstDash val="solid"/>
          </a:ln>
        </p:spPr>
      </p:sp>
      <p:sp>
        <p:nvSpPr>
          <p:cNvPr id="13" name="Shape 11"/>
          <p:cNvSpPr/>
          <p:nvPr/>
        </p:nvSpPr>
        <p:spPr>
          <a:xfrm>
            <a:off x="4871979" y="5096050"/>
            <a:ext cx="8094" cy="8094"/>
          </a:xfrm>
          <a:prstGeom prst="ellipse">
            <a:avLst/>
          </a:prstGeom>
          <a:solidFill>
            <a:srgbClr val="D3E2ED">
              <a:alpha val="30000"/>
            </a:srgbClr>
          </a:solidFill>
          <a:ln w="12700">
            <a:solidFill>
              <a:srgbClr val="071321">
                <a:alpha val="0"/>
              </a:srgbClr>
            </a:solidFill>
            <a:prstDash val="solid"/>
          </a:ln>
        </p:spPr>
      </p:sp>
      <p:sp>
        <p:nvSpPr>
          <p:cNvPr id="14" name="Shape 12"/>
          <p:cNvSpPr/>
          <p:nvPr/>
        </p:nvSpPr>
        <p:spPr>
          <a:xfrm>
            <a:off x="4384541" y="1723521"/>
            <a:ext cx="7696" cy="7696"/>
          </a:xfrm>
          <a:prstGeom prst="ellipse">
            <a:avLst/>
          </a:prstGeom>
          <a:solidFill>
            <a:srgbClr val="D3E2ED">
              <a:alpha val="30000"/>
            </a:srgbClr>
          </a:solidFill>
          <a:ln w="12700">
            <a:solidFill>
              <a:srgbClr val="071321">
                <a:alpha val="0"/>
              </a:srgbClr>
            </a:solidFill>
            <a:prstDash val="solid"/>
          </a:ln>
        </p:spPr>
      </p:sp>
      <p:sp>
        <p:nvSpPr>
          <p:cNvPr id="15" name="Shape 13"/>
          <p:cNvSpPr/>
          <p:nvPr/>
        </p:nvSpPr>
        <p:spPr>
          <a:xfrm>
            <a:off x="10511963" y="5991710"/>
            <a:ext cx="14448" cy="14448"/>
          </a:xfrm>
          <a:prstGeom prst="ellipse">
            <a:avLst/>
          </a:prstGeom>
          <a:solidFill>
            <a:srgbClr val="D3E2ED">
              <a:alpha val="30000"/>
            </a:srgbClr>
          </a:solidFill>
          <a:ln w="12700">
            <a:solidFill>
              <a:srgbClr val="071321">
                <a:alpha val="0"/>
              </a:srgbClr>
            </a:solidFill>
            <a:prstDash val="solid"/>
          </a:ln>
        </p:spPr>
      </p:sp>
      <p:sp>
        <p:nvSpPr>
          <p:cNvPr id="16" name="Shape 14"/>
          <p:cNvSpPr/>
          <p:nvPr/>
        </p:nvSpPr>
        <p:spPr>
          <a:xfrm>
            <a:off x="3079908" y="5162178"/>
            <a:ext cx="16932" cy="16932"/>
          </a:xfrm>
          <a:prstGeom prst="ellipse">
            <a:avLst/>
          </a:prstGeom>
          <a:solidFill>
            <a:srgbClr val="5DE4E2">
              <a:alpha val="55000"/>
            </a:srgbClr>
          </a:solidFill>
          <a:ln w="12700">
            <a:solidFill>
              <a:srgbClr val="071321">
                <a:alpha val="0"/>
              </a:srgbClr>
            </a:solidFill>
            <a:prstDash val="solid"/>
          </a:ln>
        </p:spPr>
      </p:sp>
      <p:sp>
        <p:nvSpPr>
          <p:cNvPr id="17" name="Shape 15"/>
          <p:cNvSpPr/>
          <p:nvPr/>
        </p:nvSpPr>
        <p:spPr>
          <a:xfrm>
            <a:off x="5566627" y="6356562"/>
            <a:ext cx="12173" cy="12173"/>
          </a:xfrm>
          <a:prstGeom prst="ellipse">
            <a:avLst/>
          </a:prstGeom>
          <a:solidFill>
            <a:srgbClr val="D3E2ED">
              <a:alpha val="30000"/>
            </a:srgbClr>
          </a:solidFill>
          <a:ln w="12700">
            <a:solidFill>
              <a:srgbClr val="071321">
                <a:alpha val="0"/>
              </a:srgbClr>
            </a:solidFill>
            <a:prstDash val="solid"/>
          </a:ln>
        </p:spPr>
      </p:sp>
      <p:sp>
        <p:nvSpPr>
          <p:cNvPr id="18" name="Shape 16"/>
          <p:cNvSpPr/>
          <p:nvPr/>
        </p:nvSpPr>
        <p:spPr>
          <a:xfrm>
            <a:off x="973224" y="608077"/>
            <a:ext cx="12843" cy="12843"/>
          </a:xfrm>
          <a:prstGeom prst="ellipse">
            <a:avLst/>
          </a:prstGeom>
          <a:solidFill>
            <a:srgbClr val="D3E2ED">
              <a:alpha val="30000"/>
            </a:srgbClr>
          </a:solidFill>
          <a:ln w="12700">
            <a:solidFill>
              <a:srgbClr val="071321">
                <a:alpha val="0"/>
              </a:srgbClr>
            </a:solidFill>
            <a:prstDash val="solid"/>
          </a:ln>
        </p:spPr>
      </p:sp>
      <p:sp>
        <p:nvSpPr>
          <p:cNvPr id="19" name="Shape 17"/>
          <p:cNvSpPr/>
          <p:nvPr/>
        </p:nvSpPr>
        <p:spPr>
          <a:xfrm>
            <a:off x="900246" y="6550181"/>
            <a:ext cx="13004" cy="13004"/>
          </a:xfrm>
          <a:prstGeom prst="ellipse">
            <a:avLst/>
          </a:prstGeom>
          <a:solidFill>
            <a:srgbClr val="D3E2ED">
              <a:alpha val="30000"/>
            </a:srgbClr>
          </a:solidFill>
          <a:ln w="12700">
            <a:solidFill>
              <a:srgbClr val="071321">
                <a:alpha val="0"/>
              </a:srgbClr>
            </a:solidFill>
            <a:prstDash val="solid"/>
          </a:ln>
        </p:spPr>
      </p:sp>
      <p:sp>
        <p:nvSpPr>
          <p:cNvPr id="20" name="Shape 18"/>
          <p:cNvSpPr/>
          <p:nvPr/>
        </p:nvSpPr>
        <p:spPr>
          <a:xfrm>
            <a:off x="1888316" y="4540035"/>
            <a:ext cx="8685" cy="8685"/>
          </a:xfrm>
          <a:prstGeom prst="ellipse">
            <a:avLst/>
          </a:prstGeom>
          <a:solidFill>
            <a:srgbClr val="D3E2ED">
              <a:alpha val="30000"/>
            </a:srgbClr>
          </a:solidFill>
          <a:ln w="12700">
            <a:solidFill>
              <a:srgbClr val="071321">
                <a:alpha val="0"/>
              </a:srgbClr>
            </a:solidFill>
            <a:prstDash val="solid"/>
          </a:ln>
        </p:spPr>
      </p:sp>
      <p:sp>
        <p:nvSpPr>
          <p:cNvPr id="21" name="Shape 19"/>
          <p:cNvSpPr/>
          <p:nvPr/>
        </p:nvSpPr>
        <p:spPr>
          <a:xfrm>
            <a:off x="9898294" y="5599111"/>
            <a:ext cx="17128" cy="17128"/>
          </a:xfrm>
          <a:prstGeom prst="ellipse">
            <a:avLst/>
          </a:prstGeom>
          <a:solidFill>
            <a:srgbClr val="D3E2ED">
              <a:alpha val="30000"/>
            </a:srgbClr>
          </a:solidFill>
          <a:ln w="12700">
            <a:solidFill>
              <a:srgbClr val="071321">
                <a:alpha val="0"/>
              </a:srgbClr>
            </a:solidFill>
            <a:prstDash val="solid"/>
          </a:ln>
        </p:spPr>
      </p:sp>
      <p:sp>
        <p:nvSpPr>
          <p:cNvPr id="22" name="Shape 20"/>
          <p:cNvSpPr/>
          <p:nvPr/>
        </p:nvSpPr>
        <p:spPr>
          <a:xfrm>
            <a:off x="5592750" y="1743517"/>
            <a:ext cx="10291" cy="10291"/>
          </a:xfrm>
          <a:prstGeom prst="ellipse">
            <a:avLst/>
          </a:prstGeom>
          <a:solidFill>
            <a:srgbClr val="D3E2ED">
              <a:alpha val="30000"/>
            </a:srgbClr>
          </a:solidFill>
          <a:ln w="12700">
            <a:solidFill>
              <a:srgbClr val="071321">
                <a:alpha val="0"/>
              </a:srgbClr>
            </a:solidFill>
            <a:prstDash val="solid"/>
          </a:ln>
        </p:spPr>
      </p:sp>
      <p:sp>
        <p:nvSpPr>
          <p:cNvPr id="23" name="Shape 21"/>
          <p:cNvSpPr/>
          <p:nvPr/>
        </p:nvSpPr>
        <p:spPr>
          <a:xfrm>
            <a:off x="9339069" y="2324557"/>
            <a:ext cx="10404" cy="10404"/>
          </a:xfrm>
          <a:prstGeom prst="ellipse">
            <a:avLst/>
          </a:prstGeom>
          <a:solidFill>
            <a:srgbClr val="5DE4E2">
              <a:alpha val="55000"/>
            </a:srgbClr>
          </a:solidFill>
          <a:ln w="12700">
            <a:solidFill>
              <a:srgbClr val="071321">
                <a:alpha val="0"/>
              </a:srgbClr>
            </a:solidFill>
            <a:prstDash val="solid"/>
          </a:ln>
        </p:spPr>
      </p:sp>
      <p:sp>
        <p:nvSpPr>
          <p:cNvPr id="24" name="Shape 22"/>
          <p:cNvSpPr/>
          <p:nvPr/>
        </p:nvSpPr>
        <p:spPr>
          <a:xfrm>
            <a:off x="4257150" y="5626648"/>
            <a:ext cx="13676" cy="13676"/>
          </a:xfrm>
          <a:prstGeom prst="ellipse">
            <a:avLst/>
          </a:prstGeom>
          <a:solidFill>
            <a:srgbClr val="D3E2ED">
              <a:alpha val="30000"/>
            </a:srgbClr>
          </a:solidFill>
          <a:ln w="12700">
            <a:solidFill>
              <a:srgbClr val="071321">
                <a:alpha val="0"/>
              </a:srgbClr>
            </a:solidFill>
            <a:prstDash val="solid"/>
          </a:ln>
        </p:spPr>
      </p:sp>
      <p:sp>
        <p:nvSpPr>
          <p:cNvPr id="25" name="Shape 23"/>
          <p:cNvSpPr/>
          <p:nvPr/>
        </p:nvSpPr>
        <p:spPr>
          <a:xfrm>
            <a:off x="1056466" y="3438411"/>
            <a:ext cx="12734" cy="12734"/>
          </a:xfrm>
          <a:prstGeom prst="ellipse">
            <a:avLst/>
          </a:prstGeom>
          <a:solidFill>
            <a:srgbClr val="D3E2ED">
              <a:alpha val="30000"/>
            </a:srgbClr>
          </a:solidFill>
          <a:ln w="12700">
            <a:solidFill>
              <a:srgbClr val="071321">
                <a:alpha val="0"/>
              </a:srgbClr>
            </a:solidFill>
            <a:prstDash val="solid"/>
          </a:ln>
        </p:spPr>
      </p:sp>
      <p:sp>
        <p:nvSpPr>
          <p:cNvPr id="26" name="Shape 24"/>
          <p:cNvSpPr/>
          <p:nvPr/>
        </p:nvSpPr>
        <p:spPr>
          <a:xfrm>
            <a:off x="0" y="0"/>
            <a:ext cx="12192000" cy="6858000"/>
          </a:xfrm>
          <a:prstGeom prst="rect">
            <a:avLst/>
          </a:prstGeom>
          <a:solidFill>
            <a:srgbClr val="071321">
              <a:alpha val="89000"/>
            </a:srgbClr>
          </a:solidFill>
          <a:ln w="12700">
            <a:solidFill>
              <a:srgbClr val="071321">
                <a:alpha val="0"/>
              </a:srgbClr>
            </a:solidFill>
            <a:prstDash val="solid"/>
          </a:ln>
        </p:spPr>
      </p:sp>
      <p:sp>
        <p:nvSpPr>
          <p:cNvPr id="27" name="Text 25"/>
          <p:cNvSpPr/>
          <p:nvPr/>
        </p:nvSpPr>
        <p:spPr>
          <a:xfrm>
            <a:off x="612648" y="347472"/>
            <a:ext cx="10058400" cy="274320"/>
          </a:xfrm>
          <a:prstGeom prst="rect">
            <a:avLst/>
          </a:prstGeom>
          <a:noFill/>
          <a:ln/>
        </p:spPr>
        <p:txBody>
          <a:bodyPr wrap="square" lIns="0" tIns="0" rIns="0" bIns="0" rtlCol="0" anchor="ctr">
            <a:normAutofit/>
          </a:bodyPr>
          <a:lstStyle/>
          <a:p>
            <a:pPr marL="0" indent="0">
              <a:buNone/>
            </a:pPr>
            <a:r>
              <a:rPr lang="en-US" sz="950" b="1" kern="0" spc="220" dirty="0">
                <a:solidFill>
                  <a:srgbClr val="5DE4E2"/>
                </a:solidFill>
                <a:latin typeface="Inter" pitchFamily="34" charset="0"/>
                <a:ea typeface="Inter" pitchFamily="34" charset="-122"/>
                <a:cs typeface="Inter" pitchFamily="34" charset="-120"/>
              </a:rPr>
              <a:t>DSCC  /  MISSION FILE: ODYSSEY</a:t>
            </a:r>
            <a:endParaRPr lang="en-US" sz="950" dirty="0"/>
          </a:p>
        </p:txBody>
      </p:sp>
      <p:sp>
        <p:nvSpPr>
          <p:cNvPr id="28" name="Text 26"/>
          <p:cNvSpPr/>
          <p:nvPr/>
        </p:nvSpPr>
        <p:spPr>
          <a:xfrm>
            <a:off x="612648" y="832104"/>
            <a:ext cx="10972800" cy="612648"/>
          </a:xfrm>
          <a:prstGeom prst="rect">
            <a:avLst/>
          </a:prstGeom>
          <a:noFill/>
          <a:ln/>
        </p:spPr>
        <p:txBody>
          <a:bodyPr wrap="square" lIns="0" tIns="0" rIns="0" bIns="0" rtlCol="0" anchor="ctr">
            <a:normAutofit/>
          </a:bodyPr>
          <a:lstStyle/>
          <a:p>
            <a:pPr marL="0" indent="0">
              <a:buNone/>
            </a:pPr>
            <a:r>
              <a:rPr lang="en-US" sz="3000" b="1" dirty="0">
                <a:solidFill>
                  <a:srgbClr val="F0F8FC"/>
                </a:solidFill>
                <a:latin typeface="Inter Display" pitchFamily="34" charset="0"/>
                <a:ea typeface="Inter Display" pitchFamily="34" charset="-122"/>
                <a:cs typeface="Inter Display" pitchFamily="34" charset="-120"/>
              </a:rPr>
              <a:t>FIVE FIELDS. TWO RECOVERED.</a:t>
            </a:r>
            <a:endParaRPr lang="en-US" sz="3000" dirty="0"/>
          </a:p>
        </p:txBody>
      </p:sp>
      <p:sp>
        <p:nvSpPr>
          <p:cNvPr id="29" name="Text 27"/>
          <p:cNvSpPr/>
          <p:nvPr/>
        </p:nvSpPr>
        <p:spPr>
          <a:xfrm>
            <a:off x="640080" y="1481328"/>
            <a:ext cx="10789920" cy="347472"/>
          </a:xfrm>
          <a:prstGeom prst="rect">
            <a:avLst/>
          </a:prstGeom>
          <a:noFill/>
          <a:ln/>
        </p:spPr>
        <p:txBody>
          <a:bodyPr wrap="square" lIns="0" tIns="0" rIns="0" bIns="0" rtlCol="0" anchor="ctr">
            <a:normAutofit/>
          </a:bodyPr>
          <a:lstStyle/>
          <a:p>
            <a:pPr marL="0" indent="0">
              <a:buNone/>
            </a:pPr>
            <a:r>
              <a:rPr lang="en-US" sz="1500" dirty="0">
                <a:solidFill>
                  <a:srgbClr val="B0C6D1"/>
                </a:solidFill>
                <a:latin typeface="Inter" pitchFamily="34" charset="0"/>
                <a:ea typeface="Inter" pitchFamily="34" charset="-122"/>
                <a:cs typeface="Inter" pitchFamily="34" charset="-120"/>
              </a:rPr>
              <a:t>Read exactly what the archive establishes. Nothing more.</a:t>
            </a:r>
            <a:endParaRPr lang="en-US" sz="1500" dirty="0"/>
          </a:p>
        </p:txBody>
      </p:sp>
      <p:sp>
        <p:nvSpPr>
          <p:cNvPr id="30" name="Shape 28"/>
          <p:cNvSpPr/>
          <p:nvPr/>
        </p:nvSpPr>
        <p:spPr>
          <a:xfrm>
            <a:off x="612648" y="1865376"/>
            <a:ext cx="10972800" cy="914"/>
          </a:xfrm>
          <a:prstGeom prst="line">
            <a:avLst/>
          </a:prstGeom>
          <a:noFill/>
          <a:ln w="12700">
            <a:solidFill>
              <a:srgbClr val="28506A"/>
            </a:solidFill>
            <a:prstDash val="solid"/>
          </a:ln>
        </p:spPr>
      </p:sp>
      <p:sp>
        <p:nvSpPr>
          <p:cNvPr id="31" name="Shape 29"/>
          <p:cNvSpPr/>
          <p:nvPr/>
        </p:nvSpPr>
        <p:spPr>
          <a:xfrm>
            <a:off x="612648" y="6510528"/>
            <a:ext cx="10972800" cy="914"/>
          </a:xfrm>
          <a:prstGeom prst="line">
            <a:avLst/>
          </a:prstGeom>
          <a:noFill/>
          <a:ln w="10160">
            <a:solidFill>
              <a:srgbClr val="28506A"/>
            </a:solidFill>
            <a:prstDash val="solid"/>
          </a:ln>
        </p:spPr>
      </p:sp>
      <p:sp>
        <p:nvSpPr>
          <p:cNvPr id="32" name="Text 30"/>
          <p:cNvSpPr/>
          <p:nvPr/>
        </p:nvSpPr>
        <p:spPr>
          <a:xfrm>
            <a:off x="630936" y="6556248"/>
            <a:ext cx="7315200" cy="173736"/>
          </a:xfrm>
          <a:prstGeom prst="rect">
            <a:avLst/>
          </a:prstGeom>
          <a:noFill/>
          <a:ln/>
        </p:spPr>
        <p:txBody>
          <a:bodyPr wrap="square" lIns="0" tIns="0" rIns="0" bIns="0" rtlCol="0" anchor="ctr">
            <a:normAutofit/>
          </a:bodyPr>
          <a:lstStyle/>
          <a:p>
            <a:pPr marL="0" indent="0">
              <a:buNone/>
            </a:pPr>
            <a:r>
              <a:rPr lang="en-US" sz="800" b="1" kern="0" spc="150" dirty="0">
                <a:solidFill>
                  <a:srgbClr val="7F9FB0"/>
                </a:solidFill>
                <a:latin typeface="Inter" pitchFamily="34" charset="0"/>
                <a:ea typeface="Inter" pitchFamily="34" charset="-122"/>
                <a:cs typeface="Inter" pitchFamily="34" charset="-120"/>
              </a:rPr>
              <a:t>C3  //  THE LAST TRANSMISSION  //  ACT I</a:t>
            </a:r>
            <a:endParaRPr lang="en-US" sz="800" dirty="0"/>
          </a:p>
        </p:txBody>
      </p:sp>
      <p:sp>
        <p:nvSpPr>
          <p:cNvPr id="33" name="Text 31"/>
          <p:cNvSpPr/>
          <p:nvPr/>
        </p:nvSpPr>
        <p:spPr>
          <a:xfrm>
            <a:off x="10972800" y="6556248"/>
            <a:ext cx="530352" cy="173736"/>
          </a:xfrm>
          <a:prstGeom prst="rect">
            <a:avLst/>
          </a:prstGeom>
          <a:noFill/>
          <a:ln/>
        </p:spPr>
        <p:txBody>
          <a:bodyPr wrap="square" lIns="0" tIns="0" rIns="0" bIns="0" rtlCol="0" anchor="ctr">
            <a:normAutofit/>
          </a:bodyPr>
          <a:lstStyle/>
          <a:p>
            <a:pPr marL="0" indent="0" algn="r">
              <a:buNone/>
            </a:pPr>
            <a:r>
              <a:rPr lang="en-US" sz="800" b="1" dirty="0">
                <a:solidFill>
                  <a:srgbClr val="7F9FB0"/>
                </a:solidFill>
                <a:latin typeface="Inter" pitchFamily="34" charset="0"/>
                <a:ea typeface="Inter" pitchFamily="34" charset="-122"/>
                <a:cs typeface="Inter" pitchFamily="34" charset="-120"/>
              </a:rPr>
              <a:t>06</a:t>
            </a:r>
            <a:endParaRPr lang="en-US" sz="800" dirty="0"/>
          </a:p>
        </p:txBody>
      </p:sp>
      <p:sp>
        <p:nvSpPr>
          <p:cNvPr id="34" name="Shape 32"/>
          <p:cNvSpPr/>
          <p:nvPr/>
        </p:nvSpPr>
        <p:spPr>
          <a:xfrm>
            <a:off x="658368" y="2221992"/>
            <a:ext cx="2002536" cy="2267712"/>
          </a:xfrm>
          <a:prstGeom prst="roundRect">
            <a:avLst>
              <a:gd name="adj" fmla="val 3653"/>
            </a:avLst>
          </a:prstGeom>
          <a:solidFill>
            <a:srgbClr val="0D2336">
              <a:alpha val="95000"/>
            </a:srgbClr>
          </a:solidFill>
          <a:ln w="10160">
            <a:solidFill>
              <a:srgbClr val="7F9FB0">
                <a:alpha val="76000"/>
              </a:srgbClr>
            </a:solidFill>
            <a:prstDash val="solid"/>
          </a:ln>
        </p:spPr>
      </p:sp>
      <p:sp>
        <p:nvSpPr>
          <p:cNvPr id="35" name="Text 33"/>
          <p:cNvSpPr/>
          <p:nvPr/>
        </p:nvSpPr>
        <p:spPr>
          <a:xfrm>
            <a:off x="786384" y="2496312"/>
            <a:ext cx="1746504" cy="210312"/>
          </a:xfrm>
          <a:prstGeom prst="rect">
            <a:avLst/>
          </a:prstGeom>
          <a:noFill/>
          <a:ln/>
        </p:spPr>
        <p:txBody>
          <a:bodyPr wrap="square" lIns="0" tIns="0" rIns="0" bIns="0" rtlCol="0" anchor="ctr">
            <a:normAutofit/>
          </a:bodyPr>
          <a:lstStyle/>
          <a:p>
            <a:pPr marL="0" indent="0" algn="ctr">
              <a:buNone/>
            </a:pPr>
            <a:r>
              <a:rPr lang="en-US" sz="1100" b="1" kern="0" spc="110" dirty="0">
                <a:solidFill>
                  <a:srgbClr val="7F9FB0"/>
                </a:solidFill>
                <a:latin typeface="Inter" pitchFamily="34" charset="0"/>
                <a:ea typeface="Inter" pitchFamily="34" charset="-122"/>
                <a:cs typeface="Inter" pitchFamily="34" charset="-120"/>
              </a:rPr>
              <a:t>FIELD 1</a:t>
            </a:r>
            <a:endParaRPr lang="en-US" sz="1100" dirty="0"/>
          </a:p>
        </p:txBody>
      </p:sp>
      <p:sp>
        <p:nvSpPr>
          <p:cNvPr id="36" name="Text 34"/>
          <p:cNvSpPr/>
          <p:nvPr/>
        </p:nvSpPr>
        <p:spPr>
          <a:xfrm>
            <a:off x="749808" y="2971800"/>
            <a:ext cx="1819656" cy="484632"/>
          </a:xfrm>
          <a:prstGeom prst="rect">
            <a:avLst/>
          </a:prstGeom>
          <a:noFill/>
          <a:ln/>
        </p:spPr>
        <p:txBody>
          <a:bodyPr wrap="square" lIns="0" tIns="0" rIns="0" bIns="0" rtlCol="0" anchor="ctr">
            <a:normAutofit/>
          </a:bodyPr>
          <a:lstStyle/>
          <a:p>
            <a:pPr marL="0" indent="0" algn="ctr">
              <a:buNone/>
            </a:pPr>
            <a:r>
              <a:rPr lang="en-US" sz="1600" dirty="0">
                <a:solidFill>
                  <a:srgbClr val="F0F8FC"/>
                </a:solidFill>
                <a:latin typeface="DejaVu Sans Mono" pitchFamily="34" charset="0"/>
                <a:ea typeface="DejaVu Sans Mono" pitchFamily="34" charset="-122"/>
                <a:cs typeface="DejaVu Sans Mono" pitchFamily="34" charset="-120"/>
              </a:rPr>
              <a:t>########</a:t>
            </a:r>
            <a:endParaRPr lang="en-US" sz="1600" dirty="0"/>
          </a:p>
        </p:txBody>
      </p:sp>
      <p:sp>
        <p:nvSpPr>
          <p:cNvPr id="37" name="Text 35"/>
          <p:cNvSpPr/>
          <p:nvPr/>
        </p:nvSpPr>
        <p:spPr>
          <a:xfrm>
            <a:off x="749808" y="3822192"/>
            <a:ext cx="1819656" cy="310896"/>
          </a:xfrm>
          <a:prstGeom prst="rect">
            <a:avLst/>
          </a:prstGeom>
          <a:noFill/>
          <a:ln/>
        </p:spPr>
        <p:txBody>
          <a:bodyPr wrap="square" lIns="0" tIns="0" rIns="0" bIns="0" rtlCol="0" anchor="ctr">
            <a:normAutofit/>
          </a:bodyPr>
          <a:lstStyle/>
          <a:p>
            <a:pPr marL="0" indent="0" algn="ctr">
              <a:buNone/>
            </a:pPr>
            <a:r>
              <a:rPr lang="en-US" sz="1500" dirty="0">
                <a:solidFill>
                  <a:srgbClr val="B0C6D1"/>
                </a:solidFill>
                <a:latin typeface="Inter" pitchFamily="34" charset="0"/>
                <a:ea typeface="Inter" pitchFamily="34" charset="-122"/>
                <a:cs typeface="Inter" pitchFamily="34" charset="-120"/>
              </a:rPr>
              <a:t>Unreadable</a:t>
            </a:r>
            <a:endParaRPr lang="en-US" sz="1500" dirty="0"/>
          </a:p>
        </p:txBody>
      </p:sp>
      <p:sp>
        <p:nvSpPr>
          <p:cNvPr id="38" name="Shape 36"/>
          <p:cNvSpPr/>
          <p:nvPr/>
        </p:nvSpPr>
        <p:spPr>
          <a:xfrm>
            <a:off x="2907792" y="2221992"/>
            <a:ext cx="2002536" cy="2267712"/>
          </a:xfrm>
          <a:prstGeom prst="roundRect">
            <a:avLst>
              <a:gd name="adj" fmla="val 3653"/>
            </a:avLst>
          </a:prstGeom>
          <a:solidFill>
            <a:srgbClr val="0D2336">
              <a:alpha val="95000"/>
            </a:srgbClr>
          </a:solidFill>
          <a:ln w="10160">
            <a:solidFill>
              <a:srgbClr val="7F9FB0">
                <a:alpha val="76000"/>
              </a:srgbClr>
            </a:solidFill>
            <a:prstDash val="solid"/>
          </a:ln>
        </p:spPr>
      </p:sp>
      <p:sp>
        <p:nvSpPr>
          <p:cNvPr id="39" name="Text 37"/>
          <p:cNvSpPr/>
          <p:nvPr/>
        </p:nvSpPr>
        <p:spPr>
          <a:xfrm>
            <a:off x="3035808" y="2496312"/>
            <a:ext cx="1746504" cy="210312"/>
          </a:xfrm>
          <a:prstGeom prst="rect">
            <a:avLst/>
          </a:prstGeom>
          <a:noFill/>
          <a:ln/>
        </p:spPr>
        <p:txBody>
          <a:bodyPr wrap="square" lIns="0" tIns="0" rIns="0" bIns="0" rtlCol="0" anchor="ctr">
            <a:normAutofit/>
          </a:bodyPr>
          <a:lstStyle/>
          <a:p>
            <a:pPr marL="0" indent="0" algn="ctr">
              <a:buNone/>
            </a:pPr>
            <a:r>
              <a:rPr lang="en-US" sz="1100" b="1" kern="0" spc="110" dirty="0">
                <a:solidFill>
                  <a:srgbClr val="7F9FB0"/>
                </a:solidFill>
                <a:latin typeface="Inter" pitchFamily="34" charset="0"/>
                <a:ea typeface="Inter" pitchFamily="34" charset="-122"/>
                <a:cs typeface="Inter" pitchFamily="34" charset="-120"/>
              </a:rPr>
              <a:t>FIELD 2</a:t>
            </a:r>
            <a:endParaRPr lang="en-US" sz="1100" dirty="0"/>
          </a:p>
        </p:txBody>
      </p:sp>
      <p:sp>
        <p:nvSpPr>
          <p:cNvPr id="40" name="Text 38"/>
          <p:cNvSpPr/>
          <p:nvPr/>
        </p:nvSpPr>
        <p:spPr>
          <a:xfrm>
            <a:off x="2999232" y="2971800"/>
            <a:ext cx="1819656" cy="484632"/>
          </a:xfrm>
          <a:prstGeom prst="rect">
            <a:avLst/>
          </a:prstGeom>
          <a:noFill/>
          <a:ln/>
        </p:spPr>
        <p:txBody>
          <a:bodyPr wrap="square" lIns="0" tIns="0" rIns="0" bIns="0" rtlCol="0" anchor="ctr">
            <a:normAutofit/>
          </a:bodyPr>
          <a:lstStyle/>
          <a:p>
            <a:pPr marL="0" indent="0" algn="ctr">
              <a:buNone/>
            </a:pPr>
            <a:r>
              <a:rPr lang="en-US" sz="1600" dirty="0">
                <a:solidFill>
                  <a:srgbClr val="F0F8FC"/>
                </a:solidFill>
                <a:latin typeface="DejaVu Sans Mono" pitchFamily="34" charset="0"/>
                <a:ea typeface="DejaVu Sans Mono" pitchFamily="34" charset="-122"/>
                <a:cs typeface="DejaVu Sans Mono" pitchFamily="34" charset="-120"/>
              </a:rPr>
              <a:t>########</a:t>
            </a:r>
            <a:endParaRPr lang="en-US" sz="1600" dirty="0"/>
          </a:p>
        </p:txBody>
      </p:sp>
      <p:sp>
        <p:nvSpPr>
          <p:cNvPr id="41" name="Text 39"/>
          <p:cNvSpPr/>
          <p:nvPr/>
        </p:nvSpPr>
        <p:spPr>
          <a:xfrm>
            <a:off x="2999232" y="3822192"/>
            <a:ext cx="1819656" cy="310896"/>
          </a:xfrm>
          <a:prstGeom prst="rect">
            <a:avLst/>
          </a:prstGeom>
          <a:noFill/>
          <a:ln/>
        </p:spPr>
        <p:txBody>
          <a:bodyPr wrap="square" lIns="0" tIns="0" rIns="0" bIns="0" rtlCol="0" anchor="ctr">
            <a:normAutofit/>
          </a:bodyPr>
          <a:lstStyle/>
          <a:p>
            <a:pPr marL="0" indent="0" algn="ctr">
              <a:buNone/>
            </a:pPr>
            <a:r>
              <a:rPr lang="en-US" sz="1500" dirty="0">
                <a:solidFill>
                  <a:srgbClr val="B0C6D1"/>
                </a:solidFill>
                <a:latin typeface="Inter" pitchFamily="34" charset="0"/>
                <a:ea typeface="Inter" pitchFamily="34" charset="-122"/>
                <a:cs typeface="Inter" pitchFamily="34" charset="-120"/>
              </a:rPr>
              <a:t>Unreadable</a:t>
            </a:r>
            <a:endParaRPr lang="en-US" sz="1500" dirty="0"/>
          </a:p>
        </p:txBody>
      </p:sp>
      <p:sp>
        <p:nvSpPr>
          <p:cNvPr id="42" name="Shape 40"/>
          <p:cNvSpPr/>
          <p:nvPr/>
        </p:nvSpPr>
        <p:spPr>
          <a:xfrm>
            <a:off x="5157216" y="2221992"/>
            <a:ext cx="1463040" cy="2267712"/>
          </a:xfrm>
          <a:prstGeom prst="roundRect">
            <a:avLst>
              <a:gd name="adj" fmla="val 5000"/>
            </a:avLst>
          </a:prstGeom>
          <a:solidFill>
            <a:srgbClr val="0D2336">
              <a:alpha val="95000"/>
            </a:srgbClr>
          </a:solidFill>
          <a:ln w="10160">
            <a:solidFill>
              <a:srgbClr val="5DE4E2">
                <a:alpha val="76000"/>
              </a:srgbClr>
            </a:solidFill>
            <a:prstDash val="solid"/>
          </a:ln>
        </p:spPr>
      </p:sp>
      <p:sp>
        <p:nvSpPr>
          <p:cNvPr id="43" name="Text 41"/>
          <p:cNvSpPr/>
          <p:nvPr/>
        </p:nvSpPr>
        <p:spPr>
          <a:xfrm>
            <a:off x="5285232" y="2496312"/>
            <a:ext cx="1207008" cy="210312"/>
          </a:xfrm>
          <a:prstGeom prst="rect">
            <a:avLst/>
          </a:prstGeom>
          <a:noFill/>
          <a:ln/>
        </p:spPr>
        <p:txBody>
          <a:bodyPr wrap="square" lIns="0" tIns="0" rIns="0" bIns="0" rtlCol="0" anchor="ctr">
            <a:normAutofit/>
          </a:bodyPr>
          <a:lstStyle/>
          <a:p>
            <a:pPr marL="0" indent="0" algn="ctr">
              <a:buNone/>
            </a:pPr>
            <a:r>
              <a:rPr lang="en-US" sz="1100" b="1" kern="0" spc="110" dirty="0">
                <a:solidFill>
                  <a:srgbClr val="5DE4E2"/>
                </a:solidFill>
                <a:latin typeface="Inter" pitchFamily="34" charset="0"/>
                <a:ea typeface="Inter" pitchFamily="34" charset="-122"/>
                <a:cs typeface="Inter" pitchFamily="34" charset="-120"/>
              </a:rPr>
              <a:t>FIELD 3</a:t>
            </a:r>
            <a:endParaRPr lang="en-US" sz="1100" dirty="0"/>
          </a:p>
        </p:txBody>
      </p:sp>
      <p:sp>
        <p:nvSpPr>
          <p:cNvPr id="44" name="Text 42"/>
          <p:cNvSpPr/>
          <p:nvPr/>
        </p:nvSpPr>
        <p:spPr>
          <a:xfrm>
            <a:off x="5248656" y="2971800"/>
            <a:ext cx="1280160" cy="484632"/>
          </a:xfrm>
          <a:prstGeom prst="rect">
            <a:avLst/>
          </a:prstGeom>
          <a:noFill/>
          <a:ln/>
        </p:spPr>
        <p:txBody>
          <a:bodyPr wrap="square" lIns="0" tIns="0" rIns="0" bIns="0" rtlCol="0" anchor="ctr">
            <a:normAutofit/>
          </a:bodyPr>
          <a:lstStyle/>
          <a:p>
            <a:pPr marL="0" indent="0" algn="ctr">
              <a:buNone/>
            </a:pPr>
            <a:r>
              <a:rPr lang="en-US" sz="2400" dirty="0">
                <a:solidFill>
                  <a:srgbClr val="5DE4E2"/>
                </a:solidFill>
                <a:latin typeface="DejaVu Sans Mono" pitchFamily="34" charset="0"/>
                <a:ea typeface="DejaVu Sans Mono" pitchFamily="34" charset="-122"/>
                <a:cs typeface="DejaVu Sans Mono" pitchFamily="34" charset="-120"/>
              </a:rPr>
              <a:t>001</a:t>
            </a:r>
            <a:endParaRPr lang="en-US" sz="2400" dirty="0"/>
          </a:p>
        </p:txBody>
      </p:sp>
      <p:sp>
        <p:nvSpPr>
          <p:cNvPr id="45" name="Text 43"/>
          <p:cNvSpPr/>
          <p:nvPr/>
        </p:nvSpPr>
        <p:spPr>
          <a:xfrm>
            <a:off x="5248656" y="3822192"/>
            <a:ext cx="1280160" cy="310896"/>
          </a:xfrm>
          <a:prstGeom prst="rect">
            <a:avLst/>
          </a:prstGeom>
          <a:noFill/>
          <a:ln/>
        </p:spPr>
        <p:txBody>
          <a:bodyPr wrap="square" lIns="0" tIns="0" rIns="0" bIns="0" rtlCol="0" anchor="ctr">
            <a:normAutofit/>
          </a:bodyPr>
          <a:lstStyle/>
          <a:p>
            <a:pPr marL="0" indent="0" algn="ctr">
              <a:buNone/>
            </a:pPr>
            <a:r>
              <a:rPr lang="en-US" sz="1500" dirty="0">
                <a:solidFill>
                  <a:srgbClr val="B0C6D1"/>
                </a:solidFill>
                <a:latin typeface="Inter" pitchFamily="34" charset="0"/>
                <a:ea typeface="Inter" pitchFamily="34" charset="-122"/>
                <a:cs typeface="Inter" pitchFamily="34" charset="-120"/>
              </a:rPr>
              <a:t>Sequence</a:t>
            </a:r>
            <a:endParaRPr lang="en-US" sz="1500" dirty="0"/>
          </a:p>
        </p:txBody>
      </p:sp>
      <p:sp>
        <p:nvSpPr>
          <p:cNvPr id="46" name="Shape 44"/>
          <p:cNvSpPr/>
          <p:nvPr/>
        </p:nvSpPr>
        <p:spPr>
          <a:xfrm>
            <a:off x="6867144" y="2221992"/>
            <a:ext cx="1444752" cy="2267712"/>
          </a:xfrm>
          <a:prstGeom prst="roundRect">
            <a:avLst>
              <a:gd name="adj" fmla="val 5063"/>
            </a:avLst>
          </a:prstGeom>
          <a:solidFill>
            <a:srgbClr val="0D2336">
              <a:alpha val="95000"/>
            </a:srgbClr>
          </a:solidFill>
          <a:ln w="10160">
            <a:solidFill>
              <a:srgbClr val="7F9FB0">
                <a:alpha val="76000"/>
              </a:srgbClr>
            </a:solidFill>
            <a:prstDash val="solid"/>
          </a:ln>
        </p:spPr>
      </p:sp>
      <p:sp>
        <p:nvSpPr>
          <p:cNvPr id="47" name="Text 45"/>
          <p:cNvSpPr/>
          <p:nvPr/>
        </p:nvSpPr>
        <p:spPr>
          <a:xfrm>
            <a:off x="6995160" y="2496312"/>
            <a:ext cx="1188720" cy="210312"/>
          </a:xfrm>
          <a:prstGeom prst="rect">
            <a:avLst/>
          </a:prstGeom>
          <a:noFill/>
          <a:ln/>
        </p:spPr>
        <p:txBody>
          <a:bodyPr wrap="square" lIns="0" tIns="0" rIns="0" bIns="0" rtlCol="0" anchor="ctr">
            <a:normAutofit/>
          </a:bodyPr>
          <a:lstStyle/>
          <a:p>
            <a:pPr marL="0" indent="0" algn="ctr">
              <a:buNone/>
            </a:pPr>
            <a:r>
              <a:rPr lang="en-US" sz="1100" b="1" kern="0" spc="110" dirty="0">
                <a:solidFill>
                  <a:srgbClr val="7F9FB0"/>
                </a:solidFill>
                <a:latin typeface="Inter" pitchFamily="34" charset="0"/>
                <a:ea typeface="Inter" pitchFamily="34" charset="-122"/>
                <a:cs typeface="Inter" pitchFamily="34" charset="-120"/>
              </a:rPr>
              <a:t>FIELD 4</a:t>
            </a:r>
            <a:endParaRPr lang="en-US" sz="1100" dirty="0"/>
          </a:p>
        </p:txBody>
      </p:sp>
      <p:sp>
        <p:nvSpPr>
          <p:cNvPr id="48" name="Text 46"/>
          <p:cNvSpPr/>
          <p:nvPr/>
        </p:nvSpPr>
        <p:spPr>
          <a:xfrm>
            <a:off x="6958584" y="2971800"/>
            <a:ext cx="1261872" cy="484632"/>
          </a:xfrm>
          <a:prstGeom prst="rect">
            <a:avLst/>
          </a:prstGeom>
          <a:noFill/>
          <a:ln/>
        </p:spPr>
        <p:txBody>
          <a:bodyPr wrap="square" lIns="0" tIns="0" rIns="0" bIns="0" rtlCol="0" anchor="ctr">
            <a:normAutofit/>
          </a:bodyPr>
          <a:lstStyle/>
          <a:p>
            <a:pPr marL="0" indent="0" algn="ctr">
              <a:buNone/>
            </a:pPr>
            <a:r>
              <a:rPr lang="en-US" sz="1600" dirty="0">
                <a:solidFill>
                  <a:srgbClr val="F0F8FC"/>
                </a:solidFill>
                <a:latin typeface="DejaVu Sans Mono" pitchFamily="34" charset="0"/>
                <a:ea typeface="DejaVu Sans Mono" pitchFamily="34" charset="-122"/>
                <a:cs typeface="DejaVu Sans Mono" pitchFamily="34" charset="-120"/>
              </a:rPr>
              <a:t>###</a:t>
            </a:r>
            <a:endParaRPr lang="en-US" sz="1600" dirty="0"/>
          </a:p>
        </p:txBody>
      </p:sp>
      <p:sp>
        <p:nvSpPr>
          <p:cNvPr id="49" name="Text 47"/>
          <p:cNvSpPr/>
          <p:nvPr/>
        </p:nvSpPr>
        <p:spPr>
          <a:xfrm>
            <a:off x="6958584" y="3822192"/>
            <a:ext cx="1261872" cy="310896"/>
          </a:xfrm>
          <a:prstGeom prst="rect">
            <a:avLst/>
          </a:prstGeom>
          <a:noFill/>
          <a:ln/>
        </p:spPr>
        <p:txBody>
          <a:bodyPr wrap="square" lIns="0" tIns="0" rIns="0" bIns="0" rtlCol="0" anchor="ctr">
            <a:normAutofit/>
          </a:bodyPr>
          <a:lstStyle/>
          <a:p>
            <a:pPr marL="0" indent="0" algn="ctr">
              <a:buNone/>
            </a:pPr>
            <a:r>
              <a:rPr lang="en-US" sz="1500" dirty="0">
                <a:solidFill>
                  <a:srgbClr val="B0C6D1"/>
                </a:solidFill>
                <a:latin typeface="Inter" pitchFamily="34" charset="0"/>
                <a:ea typeface="Inter" pitchFamily="34" charset="-122"/>
                <a:cs typeface="Inter" pitchFamily="34" charset="-120"/>
              </a:rPr>
              <a:t>Unreadable</a:t>
            </a:r>
            <a:endParaRPr lang="en-US" sz="1500" dirty="0"/>
          </a:p>
        </p:txBody>
      </p:sp>
      <p:sp>
        <p:nvSpPr>
          <p:cNvPr id="50" name="Shape 48"/>
          <p:cNvSpPr/>
          <p:nvPr/>
        </p:nvSpPr>
        <p:spPr>
          <a:xfrm>
            <a:off x="8558784" y="2221992"/>
            <a:ext cx="2304288" cy="2267712"/>
          </a:xfrm>
          <a:prstGeom prst="roundRect">
            <a:avLst>
              <a:gd name="adj" fmla="val 3226"/>
            </a:avLst>
          </a:prstGeom>
          <a:solidFill>
            <a:srgbClr val="0D2336">
              <a:alpha val="95000"/>
            </a:srgbClr>
          </a:solidFill>
          <a:ln w="10160">
            <a:solidFill>
              <a:srgbClr val="FFC26E">
                <a:alpha val="76000"/>
              </a:srgbClr>
            </a:solidFill>
            <a:prstDash val="solid"/>
          </a:ln>
        </p:spPr>
      </p:sp>
      <p:sp>
        <p:nvSpPr>
          <p:cNvPr id="51" name="Text 49"/>
          <p:cNvSpPr/>
          <p:nvPr/>
        </p:nvSpPr>
        <p:spPr>
          <a:xfrm>
            <a:off x="8686800" y="2496312"/>
            <a:ext cx="2048256" cy="210312"/>
          </a:xfrm>
          <a:prstGeom prst="rect">
            <a:avLst/>
          </a:prstGeom>
          <a:noFill/>
          <a:ln/>
        </p:spPr>
        <p:txBody>
          <a:bodyPr wrap="square" lIns="0" tIns="0" rIns="0" bIns="0" rtlCol="0" anchor="ctr">
            <a:normAutofit/>
          </a:bodyPr>
          <a:lstStyle/>
          <a:p>
            <a:pPr marL="0" indent="0" algn="ctr">
              <a:buNone/>
            </a:pPr>
            <a:r>
              <a:rPr lang="en-US" sz="1100" b="1" kern="0" spc="110" dirty="0">
                <a:solidFill>
                  <a:srgbClr val="FFC26E"/>
                </a:solidFill>
                <a:latin typeface="Inter" pitchFamily="34" charset="0"/>
                <a:ea typeface="Inter" pitchFamily="34" charset="-122"/>
                <a:cs typeface="Inter" pitchFamily="34" charset="-120"/>
              </a:rPr>
              <a:t>FIELD 5</a:t>
            </a:r>
            <a:endParaRPr lang="en-US" sz="1100" dirty="0"/>
          </a:p>
        </p:txBody>
      </p:sp>
      <p:sp>
        <p:nvSpPr>
          <p:cNvPr id="52" name="Text 50"/>
          <p:cNvSpPr/>
          <p:nvPr/>
        </p:nvSpPr>
        <p:spPr>
          <a:xfrm>
            <a:off x="8650224" y="2971800"/>
            <a:ext cx="2121408" cy="484632"/>
          </a:xfrm>
          <a:prstGeom prst="rect">
            <a:avLst/>
          </a:prstGeom>
          <a:noFill/>
          <a:ln/>
        </p:spPr>
        <p:txBody>
          <a:bodyPr wrap="square" lIns="0" tIns="0" rIns="0" bIns="0" rtlCol="0" anchor="ctr">
            <a:normAutofit/>
          </a:bodyPr>
          <a:lstStyle/>
          <a:p>
            <a:pPr marL="0" indent="0" algn="ctr">
              <a:buNone/>
            </a:pPr>
            <a:r>
              <a:rPr lang="en-US" sz="2600" b="1" dirty="0">
                <a:solidFill>
                  <a:srgbClr val="FFC26E"/>
                </a:solidFill>
                <a:latin typeface="DejaVu Sans Mono" pitchFamily="34" charset="0"/>
                <a:ea typeface="DejaVu Sans Mono" pitchFamily="34" charset="-122"/>
                <a:cs typeface="DejaVu Sans Mono" pitchFamily="34" charset="-120"/>
              </a:rPr>
              <a:t>WE</a:t>
            </a:r>
            <a:endParaRPr lang="en-US" sz="2600" dirty="0"/>
          </a:p>
        </p:txBody>
      </p:sp>
      <p:sp>
        <p:nvSpPr>
          <p:cNvPr id="53" name="Text 51"/>
          <p:cNvSpPr/>
          <p:nvPr/>
        </p:nvSpPr>
        <p:spPr>
          <a:xfrm>
            <a:off x="8650224" y="3822192"/>
            <a:ext cx="2121408" cy="310896"/>
          </a:xfrm>
          <a:prstGeom prst="rect">
            <a:avLst/>
          </a:prstGeom>
          <a:noFill/>
          <a:ln/>
        </p:spPr>
        <p:txBody>
          <a:bodyPr wrap="square" lIns="0" tIns="0" rIns="0" bIns="0" rtlCol="0" anchor="ctr">
            <a:normAutofit/>
          </a:bodyPr>
          <a:lstStyle/>
          <a:p>
            <a:pPr marL="0" indent="0" algn="ctr">
              <a:buNone/>
            </a:pPr>
            <a:r>
              <a:rPr lang="en-US" sz="1500" dirty="0">
                <a:solidFill>
                  <a:srgbClr val="B0C6D1"/>
                </a:solidFill>
                <a:latin typeface="Inter" pitchFamily="34" charset="0"/>
                <a:ea typeface="Inter" pitchFamily="34" charset="-122"/>
                <a:cs typeface="Inter" pitchFamily="34" charset="-120"/>
              </a:rPr>
              <a:t>Text</a:t>
            </a:r>
            <a:endParaRPr lang="en-US" sz="1500" dirty="0"/>
          </a:p>
        </p:txBody>
      </p:sp>
      <p:sp>
        <p:nvSpPr>
          <p:cNvPr id="54" name="Text 52"/>
          <p:cNvSpPr/>
          <p:nvPr/>
        </p:nvSpPr>
        <p:spPr>
          <a:xfrm>
            <a:off x="722376" y="4882896"/>
            <a:ext cx="10881360" cy="530352"/>
          </a:xfrm>
          <a:prstGeom prst="rect">
            <a:avLst/>
          </a:prstGeom>
          <a:noFill/>
          <a:ln/>
        </p:spPr>
        <p:txBody>
          <a:bodyPr wrap="square" lIns="0" tIns="0" rIns="0" bIns="0" rtlCol="0" anchor="ctr">
            <a:normAutofit/>
          </a:bodyPr>
          <a:lstStyle/>
          <a:p>
            <a:pPr marL="0" indent="0">
              <a:buNone/>
            </a:pPr>
            <a:r>
              <a:rPr lang="en-US" sz="1700" dirty="0">
                <a:solidFill>
                  <a:srgbClr val="F0F8FC"/>
                </a:solidFill>
                <a:latin typeface="Inter" pitchFamily="34" charset="0"/>
                <a:ea typeface="Inter" pitchFamily="34" charset="-122"/>
                <a:cs typeface="Inter" pitchFamily="34" charset="-120"/>
              </a:rPr>
              <a:t>The vertical bar  |  is the separator. Spaces inside the text field must survive.</a:t>
            </a:r>
            <a:endParaRPr lang="en-US" sz="1700" dirty="0"/>
          </a:p>
        </p:txBody>
      </p:sp>
      <p:sp>
        <p:nvSpPr>
          <p:cNvPr id="55" name="Shape 53"/>
          <p:cNvSpPr/>
          <p:nvPr/>
        </p:nvSpPr>
        <p:spPr>
          <a:xfrm>
            <a:off x="1389888" y="5678424"/>
            <a:ext cx="9372600" cy="429768"/>
          </a:xfrm>
          <a:prstGeom prst="roundRect">
            <a:avLst/>
          </a:prstGeom>
          <a:solidFill>
            <a:srgbClr val="FFC26E">
              <a:alpha val="11000"/>
            </a:srgbClr>
          </a:solidFill>
          <a:ln w="6350">
            <a:solidFill>
              <a:srgbClr val="FFC26E">
                <a:alpha val="58000"/>
              </a:srgbClr>
            </a:solidFill>
            <a:prstDash val="solid"/>
          </a:ln>
        </p:spPr>
      </p:sp>
      <p:sp>
        <p:nvSpPr>
          <p:cNvPr id="56" name="Text 54"/>
          <p:cNvSpPr/>
          <p:nvPr/>
        </p:nvSpPr>
        <p:spPr>
          <a:xfrm>
            <a:off x="1600200" y="5769864"/>
            <a:ext cx="8997696" cy="201168"/>
          </a:xfrm>
          <a:prstGeom prst="rect">
            <a:avLst/>
          </a:prstGeom>
          <a:noFill/>
          <a:ln/>
        </p:spPr>
        <p:txBody>
          <a:bodyPr wrap="square" lIns="0" tIns="0" rIns="0" bIns="0" rtlCol="0" anchor="ctr">
            <a:normAutofit/>
          </a:bodyPr>
          <a:lstStyle/>
          <a:p>
            <a:pPr marL="0" indent="0" algn="ctr">
              <a:buNone/>
            </a:pPr>
            <a:r>
              <a:rPr lang="en-US" sz="1300" b="1" dirty="0">
                <a:solidFill>
                  <a:srgbClr val="FFC26E"/>
                </a:solidFill>
                <a:latin typeface="Inter" pitchFamily="34" charset="0"/>
                <a:ea typeface="Inter" pitchFamily="34" charset="-122"/>
                <a:cs typeface="Inter" pitchFamily="34" charset="-120"/>
              </a:rPr>
              <a:t>THE # SYMBOLS ARE PLACEHOLDERS — NOT A CIPHER TO SOLVE.</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9268773" y="4622797"/>
            <a:ext cx="10190" cy="10190"/>
          </a:xfrm>
          <a:prstGeom prst="ellipse">
            <a:avLst/>
          </a:prstGeom>
          <a:solidFill>
            <a:srgbClr val="5DE4E2">
              <a:alpha val="55000"/>
            </a:srgbClr>
          </a:solidFill>
          <a:ln w="12700">
            <a:solidFill>
              <a:srgbClr val="071321">
                <a:alpha val="0"/>
              </a:srgbClr>
            </a:solidFill>
            <a:prstDash val="solid"/>
          </a:ln>
        </p:spPr>
      </p:sp>
      <p:sp>
        <p:nvSpPr>
          <p:cNvPr id="3" name="Shape 1"/>
          <p:cNvSpPr/>
          <p:nvPr/>
        </p:nvSpPr>
        <p:spPr>
          <a:xfrm>
            <a:off x="4240929" y="5726111"/>
            <a:ext cx="16442" cy="16442"/>
          </a:xfrm>
          <a:prstGeom prst="ellipse">
            <a:avLst/>
          </a:prstGeom>
          <a:solidFill>
            <a:srgbClr val="D3E2ED">
              <a:alpha val="30000"/>
            </a:srgbClr>
          </a:solidFill>
          <a:ln w="12700">
            <a:solidFill>
              <a:srgbClr val="071321">
                <a:alpha val="0"/>
              </a:srgbClr>
            </a:solidFill>
            <a:prstDash val="solid"/>
          </a:ln>
        </p:spPr>
      </p:sp>
      <p:sp>
        <p:nvSpPr>
          <p:cNvPr id="4" name="Shape 2"/>
          <p:cNvSpPr/>
          <p:nvPr/>
        </p:nvSpPr>
        <p:spPr>
          <a:xfrm>
            <a:off x="744295" y="2364115"/>
            <a:ext cx="12731" cy="12731"/>
          </a:xfrm>
          <a:prstGeom prst="ellipse">
            <a:avLst/>
          </a:prstGeom>
          <a:solidFill>
            <a:srgbClr val="D3E2ED">
              <a:alpha val="30000"/>
            </a:srgbClr>
          </a:solidFill>
          <a:ln w="12700">
            <a:solidFill>
              <a:srgbClr val="071321">
                <a:alpha val="0"/>
              </a:srgbClr>
            </a:solidFill>
            <a:prstDash val="solid"/>
          </a:ln>
        </p:spPr>
      </p:sp>
      <p:sp>
        <p:nvSpPr>
          <p:cNvPr id="5" name="Shape 3"/>
          <p:cNvSpPr/>
          <p:nvPr/>
        </p:nvSpPr>
        <p:spPr>
          <a:xfrm>
            <a:off x="2867152" y="1536557"/>
            <a:ext cx="11906" cy="11906"/>
          </a:xfrm>
          <a:prstGeom prst="ellipse">
            <a:avLst/>
          </a:prstGeom>
          <a:solidFill>
            <a:srgbClr val="D3E2ED">
              <a:alpha val="30000"/>
            </a:srgbClr>
          </a:solidFill>
          <a:ln w="12700">
            <a:solidFill>
              <a:srgbClr val="071321">
                <a:alpha val="0"/>
              </a:srgbClr>
            </a:solidFill>
            <a:prstDash val="solid"/>
          </a:ln>
        </p:spPr>
      </p:sp>
      <p:sp>
        <p:nvSpPr>
          <p:cNvPr id="6" name="Shape 4"/>
          <p:cNvSpPr/>
          <p:nvPr/>
        </p:nvSpPr>
        <p:spPr>
          <a:xfrm>
            <a:off x="492927" y="2147652"/>
            <a:ext cx="13297" cy="13297"/>
          </a:xfrm>
          <a:prstGeom prst="ellipse">
            <a:avLst/>
          </a:prstGeom>
          <a:solidFill>
            <a:srgbClr val="D3E2ED">
              <a:alpha val="30000"/>
            </a:srgbClr>
          </a:solidFill>
          <a:ln w="12700">
            <a:solidFill>
              <a:srgbClr val="071321">
                <a:alpha val="0"/>
              </a:srgbClr>
            </a:solidFill>
            <a:prstDash val="solid"/>
          </a:ln>
        </p:spPr>
      </p:sp>
      <p:sp>
        <p:nvSpPr>
          <p:cNvPr id="7" name="Shape 5"/>
          <p:cNvSpPr/>
          <p:nvPr/>
        </p:nvSpPr>
        <p:spPr>
          <a:xfrm>
            <a:off x="4621562" y="5369431"/>
            <a:ext cx="18257" cy="18257"/>
          </a:xfrm>
          <a:prstGeom prst="ellipse">
            <a:avLst/>
          </a:prstGeom>
          <a:solidFill>
            <a:srgbClr val="D3E2ED">
              <a:alpha val="30000"/>
            </a:srgbClr>
          </a:solidFill>
          <a:ln w="12700">
            <a:solidFill>
              <a:srgbClr val="071321">
                <a:alpha val="0"/>
              </a:srgbClr>
            </a:solidFill>
            <a:prstDash val="solid"/>
          </a:ln>
        </p:spPr>
      </p:sp>
      <p:sp>
        <p:nvSpPr>
          <p:cNvPr id="8" name="Shape 6"/>
          <p:cNvSpPr/>
          <p:nvPr/>
        </p:nvSpPr>
        <p:spPr>
          <a:xfrm>
            <a:off x="2292338" y="395024"/>
            <a:ext cx="10387" cy="10387"/>
          </a:xfrm>
          <a:prstGeom prst="ellipse">
            <a:avLst/>
          </a:prstGeom>
          <a:solidFill>
            <a:srgbClr val="D3E2ED">
              <a:alpha val="30000"/>
            </a:srgbClr>
          </a:solidFill>
          <a:ln w="12700">
            <a:solidFill>
              <a:srgbClr val="071321">
                <a:alpha val="0"/>
              </a:srgbClr>
            </a:solidFill>
            <a:prstDash val="solid"/>
          </a:ln>
        </p:spPr>
      </p:sp>
      <p:sp>
        <p:nvSpPr>
          <p:cNvPr id="9" name="Shape 7"/>
          <p:cNvSpPr/>
          <p:nvPr/>
        </p:nvSpPr>
        <p:spPr>
          <a:xfrm>
            <a:off x="1124006" y="1536702"/>
            <a:ext cx="14597" cy="14597"/>
          </a:xfrm>
          <a:prstGeom prst="ellipse">
            <a:avLst/>
          </a:prstGeom>
          <a:solidFill>
            <a:srgbClr val="5DE4E2">
              <a:alpha val="55000"/>
            </a:srgbClr>
          </a:solidFill>
          <a:ln w="12700">
            <a:solidFill>
              <a:srgbClr val="071321">
                <a:alpha val="0"/>
              </a:srgbClr>
            </a:solidFill>
            <a:prstDash val="solid"/>
          </a:ln>
        </p:spPr>
      </p:sp>
      <p:sp>
        <p:nvSpPr>
          <p:cNvPr id="10" name="Shape 8"/>
          <p:cNvSpPr/>
          <p:nvPr/>
        </p:nvSpPr>
        <p:spPr>
          <a:xfrm>
            <a:off x="615147" y="577552"/>
            <a:ext cx="12453" cy="12453"/>
          </a:xfrm>
          <a:prstGeom prst="ellipse">
            <a:avLst/>
          </a:prstGeom>
          <a:solidFill>
            <a:srgbClr val="D3E2ED">
              <a:alpha val="30000"/>
            </a:srgbClr>
          </a:solidFill>
          <a:ln w="12700">
            <a:solidFill>
              <a:srgbClr val="071321">
                <a:alpha val="0"/>
              </a:srgbClr>
            </a:solidFill>
            <a:prstDash val="solid"/>
          </a:ln>
        </p:spPr>
      </p:sp>
      <p:sp>
        <p:nvSpPr>
          <p:cNvPr id="11" name="Shape 9"/>
          <p:cNvSpPr/>
          <p:nvPr/>
        </p:nvSpPr>
        <p:spPr>
          <a:xfrm>
            <a:off x="11182146" y="5995367"/>
            <a:ext cx="12315" cy="12315"/>
          </a:xfrm>
          <a:prstGeom prst="ellipse">
            <a:avLst/>
          </a:prstGeom>
          <a:solidFill>
            <a:srgbClr val="D3E2ED">
              <a:alpha val="30000"/>
            </a:srgbClr>
          </a:solidFill>
          <a:ln w="12700">
            <a:solidFill>
              <a:srgbClr val="071321">
                <a:alpha val="0"/>
              </a:srgbClr>
            </a:solidFill>
            <a:prstDash val="solid"/>
          </a:ln>
        </p:spPr>
      </p:sp>
      <p:sp>
        <p:nvSpPr>
          <p:cNvPr id="12" name="Shape 10"/>
          <p:cNvSpPr/>
          <p:nvPr/>
        </p:nvSpPr>
        <p:spPr>
          <a:xfrm>
            <a:off x="9828422" y="674062"/>
            <a:ext cx="13099" cy="13099"/>
          </a:xfrm>
          <a:prstGeom prst="ellipse">
            <a:avLst/>
          </a:prstGeom>
          <a:solidFill>
            <a:srgbClr val="D3E2ED">
              <a:alpha val="30000"/>
            </a:srgbClr>
          </a:solidFill>
          <a:ln w="12700">
            <a:solidFill>
              <a:srgbClr val="071321">
                <a:alpha val="0"/>
              </a:srgbClr>
            </a:solidFill>
            <a:prstDash val="solid"/>
          </a:ln>
        </p:spPr>
      </p:sp>
      <p:sp>
        <p:nvSpPr>
          <p:cNvPr id="13" name="Shape 11"/>
          <p:cNvSpPr/>
          <p:nvPr/>
        </p:nvSpPr>
        <p:spPr>
          <a:xfrm>
            <a:off x="6572247" y="1562949"/>
            <a:ext cx="9926" cy="9926"/>
          </a:xfrm>
          <a:prstGeom prst="ellipse">
            <a:avLst/>
          </a:prstGeom>
          <a:solidFill>
            <a:srgbClr val="D3E2ED">
              <a:alpha val="30000"/>
            </a:srgbClr>
          </a:solidFill>
          <a:ln w="12700">
            <a:solidFill>
              <a:srgbClr val="071321">
                <a:alpha val="0"/>
              </a:srgbClr>
            </a:solidFill>
            <a:prstDash val="solid"/>
          </a:ln>
        </p:spPr>
      </p:sp>
      <p:sp>
        <p:nvSpPr>
          <p:cNvPr id="14" name="Shape 12"/>
          <p:cNvSpPr/>
          <p:nvPr/>
        </p:nvSpPr>
        <p:spPr>
          <a:xfrm>
            <a:off x="2623643" y="1776544"/>
            <a:ext cx="14001" cy="14001"/>
          </a:xfrm>
          <a:prstGeom prst="ellipse">
            <a:avLst/>
          </a:prstGeom>
          <a:solidFill>
            <a:srgbClr val="D3E2ED">
              <a:alpha val="30000"/>
            </a:srgbClr>
          </a:solidFill>
          <a:ln w="12700">
            <a:solidFill>
              <a:srgbClr val="071321">
                <a:alpha val="0"/>
              </a:srgbClr>
            </a:solidFill>
            <a:prstDash val="solid"/>
          </a:ln>
        </p:spPr>
      </p:sp>
      <p:sp>
        <p:nvSpPr>
          <p:cNvPr id="15" name="Shape 13"/>
          <p:cNvSpPr/>
          <p:nvPr/>
        </p:nvSpPr>
        <p:spPr>
          <a:xfrm>
            <a:off x="9652058" y="6169159"/>
            <a:ext cx="17631" cy="17631"/>
          </a:xfrm>
          <a:prstGeom prst="ellipse">
            <a:avLst/>
          </a:prstGeom>
          <a:solidFill>
            <a:srgbClr val="D3E2ED">
              <a:alpha val="30000"/>
            </a:srgbClr>
          </a:solidFill>
          <a:ln w="12700">
            <a:solidFill>
              <a:srgbClr val="071321">
                <a:alpha val="0"/>
              </a:srgbClr>
            </a:solidFill>
            <a:prstDash val="solid"/>
          </a:ln>
        </p:spPr>
      </p:sp>
      <p:sp>
        <p:nvSpPr>
          <p:cNvPr id="16" name="Shape 14"/>
          <p:cNvSpPr/>
          <p:nvPr/>
        </p:nvSpPr>
        <p:spPr>
          <a:xfrm>
            <a:off x="10646468" y="2112443"/>
            <a:ext cx="15304" cy="15304"/>
          </a:xfrm>
          <a:prstGeom prst="ellipse">
            <a:avLst/>
          </a:prstGeom>
          <a:solidFill>
            <a:srgbClr val="5DE4E2">
              <a:alpha val="55000"/>
            </a:srgbClr>
          </a:solidFill>
          <a:ln w="12700">
            <a:solidFill>
              <a:srgbClr val="071321">
                <a:alpha val="0"/>
              </a:srgbClr>
            </a:solidFill>
            <a:prstDash val="solid"/>
          </a:ln>
        </p:spPr>
      </p:sp>
      <p:sp>
        <p:nvSpPr>
          <p:cNvPr id="17" name="Shape 15"/>
          <p:cNvSpPr/>
          <p:nvPr/>
        </p:nvSpPr>
        <p:spPr>
          <a:xfrm>
            <a:off x="9438390" y="5172604"/>
            <a:ext cx="12963" cy="12963"/>
          </a:xfrm>
          <a:prstGeom prst="ellipse">
            <a:avLst/>
          </a:prstGeom>
          <a:solidFill>
            <a:srgbClr val="D3E2ED">
              <a:alpha val="30000"/>
            </a:srgbClr>
          </a:solidFill>
          <a:ln w="12700">
            <a:solidFill>
              <a:srgbClr val="071321">
                <a:alpha val="0"/>
              </a:srgbClr>
            </a:solidFill>
            <a:prstDash val="solid"/>
          </a:ln>
        </p:spPr>
      </p:sp>
      <p:sp>
        <p:nvSpPr>
          <p:cNvPr id="18" name="Shape 16"/>
          <p:cNvSpPr/>
          <p:nvPr/>
        </p:nvSpPr>
        <p:spPr>
          <a:xfrm>
            <a:off x="10707207" y="1683276"/>
            <a:ext cx="14515" cy="14515"/>
          </a:xfrm>
          <a:prstGeom prst="ellipse">
            <a:avLst/>
          </a:prstGeom>
          <a:solidFill>
            <a:srgbClr val="D3E2ED">
              <a:alpha val="30000"/>
            </a:srgbClr>
          </a:solidFill>
          <a:ln w="12700">
            <a:solidFill>
              <a:srgbClr val="071321">
                <a:alpha val="0"/>
              </a:srgbClr>
            </a:solidFill>
            <a:prstDash val="solid"/>
          </a:ln>
        </p:spPr>
      </p:sp>
      <p:sp>
        <p:nvSpPr>
          <p:cNvPr id="19" name="Shape 17"/>
          <p:cNvSpPr/>
          <p:nvPr/>
        </p:nvSpPr>
        <p:spPr>
          <a:xfrm>
            <a:off x="4185476" y="5140861"/>
            <a:ext cx="7644" cy="7644"/>
          </a:xfrm>
          <a:prstGeom prst="ellipse">
            <a:avLst/>
          </a:prstGeom>
          <a:solidFill>
            <a:srgbClr val="D3E2ED">
              <a:alpha val="30000"/>
            </a:srgbClr>
          </a:solidFill>
          <a:ln w="12700">
            <a:solidFill>
              <a:srgbClr val="071321">
                <a:alpha val="0"/>
              </a:srgbClr>
            </a:solidFill>
            <a:prstDash val="solid"/>
          </a:ln>
        </p:spPr>
      </p:sp>
      <p:sp>
        <p:nvSpPr>
          <p:cNvPr id="20" name="Shape 18"/>
          <p:cNvSpPr/>
          <p:nvPr/>
        </p:nvSpPr>
        <p:spPr>
          <a:xfrm>
            <a:off x="11708741" y="5411509"/>
            <a:ext cx="17859" cy="17859"/>
          </a:xfrm>
          <a:prstGeom prst="ellipse">
            <a:avLst/>
          </a:prstGeom>
          <a:solidFill>
            <a:srgbClr val="D3E2ED">
              <a:alpha val="30000"/>
            </a:srgbClr>
          </a:solidFill>
          <a:ln w="12700">
            <a:solidFill>
              <a:srgbClr val="071321">
                <a:alpha val="0"/>
              </a:srgbClr>
            </a:solidFill>
            <a:prstDash val="solid"/>
          </a:ln>
        </p:spPr>
      </p:sp>
      <p:sp>
        <p:nvSpPr>
          <p:cNvPr id="21" name="Shape 19"/>
          <p:cNvSpPr/>
          <p:nvPr/>
        </p:nvSpPr>
        <p:spPr>
          <a:xfrm>
            <a:off x="2995129" y="2440031"/>
            <a:ext cx="14584" cy="14584"/>
          </a:xfrm>
          <a:prstGeom prst="ellipse">
            <a:avLst/>
          </a:prstGeom>
          <a:solidFill>
            <a:srgbClr val="D3E2ED">
              <a:alpha val="30000"/>
            </a:srgbClr>
          </a:solidFill>
          <a:ln w="12700">
            <a:solidFill>
              <a:srgbClr val="071321">
                <a:alpha val="0"/>
              </a:srgbClr>
            </a:solidFill>
            <a:prstDash val="solid"/>
          </a:ln>
        </p:spPr>
      </p:sp>
      <p:sp>
        <p:nvSpPr>
          <p:cNvPr id="22" name="Shape 20"/>
          <p:cNvSpPr/>
          <p:nvPr/>
        </p:nvSpPr>
        <p:spPr>
          <a:xfrm>
            <a:off x="3479135" y="3722622"/>
            <a:ext cx="13578" cy="13578"/>
          </a:xfrm>
          <a:prstGeom prst="ellipse">
            <a:avLst/>
          </a:prstGeom>
          <a:solidFill>
            <a:srgbClr val="D3E2ED">
              <a:alpha val="30000"/>
            </a:srgbClr>
          </a:solidFill>
          <a:ln w="12700">
            <a:solidFill>
              <a:srgbClr val="071321">
                <a:alpha val="0"/>
              </a:srgbClr>
            </a:solidFill>
            <a:prstDash val="solid"/>
          </a:ln>
        </p:spPr>
      </p:sp>
      <p:sp>
        <p:nvSpPr>
          <p:cNvPr id="23" name="Shape 21"/>
          <p:cNvSpPr/>
          <p:nvPr/>
        </p:nvSpPr>
        <p:spPr>
          <a:xfrm>
            <a:off x="6166780" y="5645352"/>
            <a:ext cx="8156" cy="8156"/>
          </a:xfrm>
          <a:prstGeom prst="ellipse">
            <a:avLst/>
          </a:prstGeom>
          <a:solidFill>
            <a:srgbClr val="5DE4E2">
              <a:alpha val="55000"/>
            </a:srgbClr>
          </a:solidFill>
          <a:ln w="12700">
            <a:solidFill>
              <a:srgbClr val="071321">
                <a:alpha val="0"/>
              </a:srgbClr>
            </a:solidFill>
            <a:prstDash val="solid"/>
          </a:ln>
        </p:spPr>
      </p:sp>
      <p:sp>
        <p:nvSpPr>
          <p:cNvPr id="24" name="Shape 22"/>
          <p:cNvSpPr/>
          <p:nvPr/>
        </p:nvSpPr>
        <p:spPr>
          <a:xfrm>
            <a:off x="4995084" y="1819177"/>
            <a:ext cx="7350" cy="7350"/>
          </a:xfrm>
          <a:prstGeom prst="ellipse">
            <a:avLst/>
          </a:prstGeom>
          <a:solidFill>
            <a:srgbClr val="D3E2ED">
              <a:alpha val="30000"/>
            </a:srgbClr>
          </a:solidFill>
          <a:ln w="12700">
            <a:solidFill>
              <a:srgbClr val="071321">
                <a:alpha val="0"/>
              </a:srgbClr>
            </a:solidFill>
            <a:prstDash val="solid"/>
          </a:ln>
        </p:spPr>
      </p:sp>
      <p:sp>
        <p:nvSpPr>
          <p:cNvPr id="25" name="Shape 23"/>
          <p:cNvSpPr/>
          <p:nvPr/>
        </p:nvSpPr>
        <p:spPr>
          <a:xfrm>
            <a:off x="8888670" y="4306545"/>
            <a:ext cx="10904" cy="10904"/>
          </a:xfrm>
          <a:prstGeom prst="ellipse">
            <a:avLst/>
          </a:prstGeom>
          <a:solidFill>
            <a:srgbClr val="D3E2ED">
              <a:alpha val="30000"/>
            </a:srgbClr>
          </a:solidFill>
          <a:ln w="12700">
            <a:solidFill>
              <a:srgbClr val="071321">
                <a:alpha val="0"/>
              </a:srgbClr>
            </a:solidFill>
            <a:prstDash val="solid"/>
          </a:ln>
        </p:spPr>
      </p:sp>
      <p:sp>
        <p:nvSpPr>
          <p:cNvPr id="26" name="Shape 24"/>
          <p:cNvSpPr/>
          <p:nvPr/>
        </p:nvSpPr>
        <p:spPr>
          <a:xfrm>
            <a:off x="0" y="0"/>
            <a:ext cx="12192000" cy="6858000"/>
          </a:xfrm>
          <a:prstGeom prst="rect">
            <a:avLst/>
          </a:prstGeom>
          <a:solidFill>
            <a:srgbClr val="071321">
              <a:alpha val="89000"/>
            </a:srgbClr>
          </a:solidFill>
          <a:ln w="12700">
            <a:solidFill>
              <a:srgbClr val="071321">
                <a:alpha val="0"/>
              </a:srgbClr>
            </a:solidFill>
            <a:prstDash val="solid"/>
          </a:ln>
        </p:spPr>
      </p:sp>
      <p:sp>
        <p:nvSpPr>
          <p:cNvPr id="27" name="Text 25"/>
          <p:cNvSpPr/>
          <p:nvPr/>
        </p:nvSpPr>
        <p:spPr>
          <a:xfrm>
            <a:off x="612648" y="347472"/>
            <a:ext cx="10058400" cy="274320"/>
          </a:xfrm>
          <a:prstGeom prst="rect">
            <a:avLst/>
          </a:prstGeom>
          <a:noFill/>
          <a:ln/>
        </p:spPr>
        <p:txBody>
          <a:bodyPr wrap="square" lIns="0" tIns="0" rIns="0" bIns="0" rtlCol="0" anchor="ctr">
            <a:normAutofit/>
          </a:bodyPr>
          <a:lstStyle/>
          <a:p>
            <a:pPr marL="0" indent="0">
              <a:buNone/>
            </a:pPr>
            <a:r>
              <a:rPr lang="en-US" sz="950" b="1" kern="0" spc="220" dirty="0">
                <a:solidFill>
                  <a:srgbClr val="5DE4E2"/>
                </a:solidFill>
                <a:latin typeface="Inter" pitchFamily="34" charset="0"/>
                <a:ea typeface="Inter" pitchFamily="34" charset="-122"/>
                <a:cs typeface="Inter" pitchFamily="34" charset="-120"/>
              </a:rPr>
              <a:t>DSCC  /  MISSION FILE: ODYSSEY</a:t>
            </a:r>
            <a:endParaRPr lang="en-US" sz="950" dirty="0"/>
          </a:p>
        </p:txBody>
      </p:sp>
      <p:sp>
        <p:nvSpPr>
          <p:cNvPr id="28" name="Text 26"/>
          <p:cNvSpPr/>
          <p:nvPr/>
        </p:nvSpPr>
        <p:spPr>
          <a:xfrm>
            <a:off x="612648" y="832104"/>
            <a:ext cx="10972800" cy="612648"/>
          </a:xfrm>
          <a:prstGeom prst="rect">
            <a:avLst/>
          </a:prstGeom>
          <a:noFill/>
          <a:ln/>
        </p:spPr>
        <p:txBody>
          <a:bodyPr wrap="square" lIns="0" tIns="0" rIns="0" bIns="0" rtlCol="0" anchor="ctr">
            <a:normAutofit/>
          </a:bodyPr>
          <a:lstStyle/>
          <a:p>
            <a:pPr marL="0" indent="0">
              <a:buNone/>
            </a:pPr>
            <a:r>
              <a:rPr lang="en-US" sz="3000" b="1" dirty="0">
                <a:solidFill>
                  <a:srgbClr val="F0F8FC"/>
                </a:solidFill>
                <a:latin typeface="Inter Display" pitchFamily="34" charset="0"/>
                <a:ea typeface="Inter Display" pitchFamily="34" charset="-122"/>
                <a:cs typeface="Inter Display" pitchFamily="34" charset="-120"/>
              </a:rPr>
              <a:t>ACT I: THE RULES OF THE UNIVERSE</a:t>
            </a:r>
            <a:endParaRPr lang="en-US" sz="3000" dirty="0"/>
          </a:p>
        </p:txBody>
      </p:sp>
      <p:sp>
        <p:nvSpPr>
          <p:cNvPr id="29" name="Text 27"/>
          <p:cNvSpPr/>
          <p:nvPr/>
        </p:nvSpPr>
        <p:spPr>
          <a:xfrm>
            <a:off x="640080" y="1481328"/>
            <a:ext cx="10789920" cy="347472"/>
          </a:xfrm>
          <a:prstGeom prst="rect">
            <a:avLst/>
          </a:prstGeom>
          <a:noFill/>
          <a:ln/>
        </p:spPr>
        <p:txBody>
          <a:bodyPr wrap="square" lIns="0" tIns="0" rIns="0" bIns="0" rtlCol="0" anchor="ctr">
            <a:normAutofit/>
          </a:bodyPr>
          <a:lstStyle/>
          <a:p>
            <a:pPr marL="0" indent="0">
              <a:buNone/>
            </a:pPr>
            <a:r>
              <a:rPr lang="en-US" sz="1500" dirty="0">
                <a:solidFill>
                  <a:srgbClr val="B0C6D1"/>
                </a:solidFill>
                <a:latin typeface="Inter" pitchFamily="34" charset="0"/>
                <a:ea typeface="Inter" pitchFamily="34" charset="-122"/>
                <a:cs typeface="Inter" pitchFamily="34" charset="-120"/>
              </a:rPr>
              <a:t>These constraints are true for this snapshot — not necessarily forever.</a:t>
            </a:r>
            <a:endParaRPr lang="en-US" sz="1500" dirty="0"/>
          </a:p>
        </p:txBody>
      </p:sp>
      <p:sp>
        <p:nvSpPr>
          <p:cNvPr id="30" name="Shape 28"/>
          <p:cNvSpPr/>
          <p:nvPr/>
        </p:nvSpPr>
        <p:spPr>
          <a:xfrm>
            <a:off x="612648" y="1865376"/>
            <a:ext cx="10972800" cy="914"/>
          </a:xfrm>
          <a:prstGeom prst="line">
            <a:avLst/>
          </a:prstGeom>
          <a:noFill/>
          <a:ln w="12700">
            <a:solidFill>
              <a:srgbClr val="28506A"/>
            </a:solidFill>
            <a:prstDash val="solid"/>
          </a:ln>
        </p:spPr>
      </p:sp>
      <p:sp>
        <p:nvSpPr>
          <p:cNvPr id="31" name="Shape 29"/>
          <p:cNvSpPr/>
          <p:nvPr/>
        </p:nvSpPr>
        <p:spPr>
          <a:xfrm>
            <a:off x="612648" y="6510528"/>
            <a:ext cx="10972800" cy="914"/>
          </a:xfrm>
          <a:prstGeom prst="line">
            <a:avLst/>
          </a:prstGeom>
          <a:noFill/>
          <a:ln w="10160">
            <a:solidFill>
              <a:srgbClr val="28506A"/>
            </a:solidFill>
            <a:prstDash val="solid"/>
          </a:ln>
        </p:spPr>
      </p:sp>
      <p:sp>
        <p:nvSpPr>
          <p:cNvPr id="32" name="Text 30"/>
          <p:cNvSpPr/>
          <p:nvPr/>
        </p:nvSpPr>
        <p:spPr>
          <a:xfrm>
            <a:off x="630936" y="6556248"/>
            <a:ext cx="7315200" cy="173736"/>
          </a:xfrm>
          <a:prstGeom prst="rect">
            <a:avLst/>
          </a:prstGeom>
          <a:noFill/>
          <a:ln/>
        </p:spPr>
        <p:txBody>
          <a:bodyPr wrap="square" lIns="0" tIns="0" rIns="0" bIns="0" rtlCol="0" anchor="ctr">
            <a:normAutofit/>
          </a:bodyPr>
          <a:lstStyle/>
          <a:p>
            <a:pPr marL="0" indent="0">
              <a:buNone/>
            </a:pPr>
            <a:r>
              <a:rPr lang="en-US" sz="800" b="1" kern="0" spc="150" dirty="0">
                <a:solidFill>
                  <a:srgbClr val="7F9FB0"/>
                </a:solidFill>
                <a:latin typeface="Inter" pitchFamily="34" charset="0"/>
                <a:ea typeface="Inter" pitchFamily="34" charset="-122"/>
                <a:cs typeface="Inter" pitchFamily="34" charset="-120"/>
              </a:rPr>
              <a:t>C3  //  THE LAST TRANSMISSION  //  ACT I</a:t>
            </a:r>
            <a:endParaRPr lang="en-US" sz="800" dirty="0"/>
          </a:p>
        </p:txBody>
      </p:sp>
      <p:sp>
        <p:nvSpPr>
          <p:cNvPr id="33" name="Text 31"/>
          <p:cNvSpPr/>
          <p:nvPr/>
        </p:nvSpPr>
        <p:spPr>
          <a:xfrm>
            <a:off x="10972800" y="6556248"/>
            <a:ext cx="530352" cy="173736"/>
          </a:xfrm>
          <a:prstGeom prst="rect">
            <a:avLst/>
          </a:prstGeom>
          <a:noFill/>
          <a:ln/>
        </p:spPr>
        <p:txBody>
          <a:bodyPr wrap="square" lIns="0" tIns="0" rIns="0" bIns="0" rtlCol="0" anchor="ctr">
            <a:normAutofit/>
          </a:bodyPr>
          <a:lstStyle/>
          <a:p>
            <a:pPr marL="0" indent="0" algn="r">
              <a:buNone/>
            </a:pPr>
            <a:r>
              <a:rPr lang="en-US" sz="800" b="1" dirty="0">
                <a:solidFill>
                  <a:srgbClr val="7F9FB0"/>
                </a:solidFill>
                <a:latin typeface="Inter" pitchFamily="34" charset="0"/>
                <a:ea typeface="Inter" pitchFamily="34" charset="-122"/>
                <a:cs typeface="Inter" pitchFamily="34" charset="-120"/>
              </a:rPr>
              <a:t>07</a:t>
            </a:r>
            <a:endParaRPr lang="en-US" sz="800" dirty="0"/>
          </a:p>
        </p:txBody>
      </p:sp>
      <p:sp>
        <p:nvSpPr>
          <p:cNvPr id="34" name="Shape 32"/>
          <p:cNvSpPr/>
          <p:nvPr/>
        </p:nvSpPr>
        <p:spPr>
          <a:xfrm>
            <a:off x="658368" y="1984248"/>
            <a:ext cx="6629400" cy="3602736"/>
          </a:xfrm>
          <a:prstGeom prst="roundRect">
            <a:avLst>
              <a:gd name="adj" fmla="val 2030"/>
            </a:avLst>
          </a:prstGeom>
          <a:solidFill>
            <a:srgbClr val="0B1C2D">
              <a:alpha val="95000"/>
            </a:srgbClr>
          </a:solidFill>
          <a:ln w="10160">
            <a:solidFill>
              <a:srgbClr val="5DE4E2">
                <a:alpha val="76000"/>
              </a:srgbClr>
            </a:solidFill>
            <a:prstDash val="solid"/>
          </a:ln>
        </p:spPr>
      </p:sp>
      <p:sp>
        <p:nvSpPr>
          <p:cNvPr id="35" name="Text 33"/>
          <p:cNvSpPr/>
          <p:nvPr/>
        </p:nvSpPr>
        <p:spPr>
          <a:xfrm>
            <a:off x="987552" y="2295144"/>
            <a:ext cx="5852160" cy="292608"/>
          </a:xfrm>
          <a:prstGeom prst="rect">
            <a:avLst/>
          </a:prstGeom>
          <a:noFill/>
          <a:ln/>
        </p:spPr>
        <p:txBody>
          <a:bodyPr wrap="square" lIns="0" tIns="0" rIns="0" bIns="0" rtlCol="0" anchor="ctr">
            <a:normAutofit/>
          </a:bodyPr>
          <a:lstStyle/>
          <a:p>
            <a:pPr marL="0" indent="0">
              <a:buNone/>
            </a:pPr>
            <a:r>
              <a:rPr lang="en-US" sz="1200" b="1" kern="0" spc="140" dirty="0">
                <a:solidFill>
                  <a:srgbClr val="5DE4E2"/>
                </a:solidFill>
                <a:latin typeface="Inter" pitchFamily="34" charset="0"/>
                <a:ea typeface="Inter" pitchFamily="34" charset="-122"/>
                <a:cs typeface="Inter" pitchFamily="34" charset="-120"/>
              </a:rPr>
              <a:t>YOU MAY ASSUME</a:t>
            </a:r>
            <a:endParaRPr lang="en-US" sz="1200" dirty="0"/>
          </a:p>
        </p:txBody>
      </p:sp>
      <p:sp>
        <p:nvSpPr>
          <p:cNvPr id="36" name="Shape 34"/>
          <p:cNvSpPr/>
          <p:nvPr/>
        </p:nvSpPr>
        <p:spPr>
          <a:xfrm>
            <a:off x="978408" y="2761488"/>
            <a:ext cx="137160" cy="137160"/>
          </a:xfrm>
          <a:prstGeom prst="ellipse">
            <a:avLst/>
          </a:prstGeom>
          <a:solidFill>
            <a:srgbClr val="70E3B1"/>
          </a:solidFill>
          <a:ln w="12700">
            <a:solidFill>
              <a:srgbClr val="70E3B1">
                <a:alpha val="0"/>
              </a:srgbClr>
            </a:solidFill>
            <a:prstDash val="solid"/>
          </a:ln>
        </p:spPr>
      </p:sp>
      <p:sp>
        <p:nvSpPr>
          <p:cNvPr id="37" name="Text 35"/>
          <p:cNvSpPr/>
          <p:nvPr/>
        </p:nvSpPr>
        <p:spPr>
          <a:xfrm>
            <a:off x="1316736" y="2660904"/>
            <a:ext cx="5605272" cy="402336"/>
          </a:xfrm>
          <a:prstGeom prst="rect">
            <a:avLst/>
          </a:prstGeom>
          <a:noFill/>
          <a:ln/>
        </p:spPr>
        <p:txBody>
          <a:bodyPr wrap="square" lIns="0" tIns="0" rIns="0" bIns="0" rtlCol="0" anchor="ctr">
            <a:normAutofit/>
          </a:bodyPr>
          <a:lstStyle/>
          <a:p>
            <a:pPr marL="0" indent="0">
              <a:buNone/>
            </a:pPr>
            <a:r>
              <a:rPr lang="en-US" sz="1600" dirty="0">
                <a:solidFill>
                  <a:srgbClr val="F0F8FC"/>
                </a:solidFill>
                <a:latin typeface="Inter" pitchFamily="34" charset="0"/>
                <a:ea typeface="Inter" pitchFamily="34" charset="-122"/>
                <a:cs typeface="Inter" pitchFamily="34" charset="-120"/>
              </a:rPr>
              <a:t>One recovered message</a:t>
            </a:r>
            <a:endParaRPr lang="en-US" sz="1600" dirty="0"/>
          </a:p>
        </p:txBody>
      </p:sp>
      <p:sp>
        <p:nvSpPr>
          <p:cNvPr id="38" name="Shape 36"/>
          <p:cNvSpPr/>
          <p:nvPr/>
        </p:nvSpPr>
        <p:spPr>
          <a:xfrm>
            <a:off x="978408" y="3255264"/>
            <a:ext cx="137160" cy="137160"/>
          </a:xfrm>
          <a:prstGeom prst="ellipse">
            <a:avLst/>
          </a:prstGeom>
          <a:solidFill>
            <a:srgbClr val="70E3B1"/>
          </a:solidFill>
          <a:ln w="12700">
            <a:solidFill>
              <a:srgbClr val="70E3B1">
                <a:alpha val="0"/>
              </a:srgbClr>
            </a:solidFill>
            <a:prstDash val="solid"/>
          </a:ln>
        </p:spPr>
      </p:sp>
      <p:sp>
        <p:nvSpPr>
          <p:cNvPr id="39" name="Text 37"/>
          <p:cNvSpPr/>
          <p:nvPr/>
        </p:nvSpPr>
        <p:spPr>
          <a:xfrm>
            <a:off x="1316736" y="3154680"/>
            <a:ext cx="5605272" cy="402336"/>
          </a:xfrm>
          <a:prstGeom prst="rect">
            <a:avLst/>
          </a:prstGeom>
          <a:noFill/>
          <a:ln/>
        </p:spPr>
        <p:txBody>
          <a:bodyPr wrap="square" lIns="0" tIns="0" rIns="0" bIns="0" rtlCol="0" anchor="ctr">
            <a:normAutofit/>
          </a:bodyPr>
          <a:lstStyle/>
          <a:p>
            <a:pPr marL="0" indent="0">
              <a:buNone/>
            </a:pPr>
            <a:r>
              <a:rPr lang="en-US" sz="1600" dirty="0">
                <a:solidFill>
                  <a:srgbClr val="F0F8FC"/>
                </a:solidFill>
                <a:latin typeface="Inter" pitchFamily="34" charset="0"/>
                <a:ea typeface="Inter" pitchFamily="34" charset="-122"/>
                <a:cs typeface="Inter" pitchFamily="34" charset="-120"/>
              </a:rPr>
              <a:t>Ascending sequence numbers beginning at 001</a:t>
            </a:r>
            <a:endParaRPr lang="en-US" sz="1600" dirty="0"/>
          </a:p>
        </p:txBody>
      </p:sp>
      <p:sp>
        <p:nvSpPr>
          <p:cNvPr id="40" name="Shape 38"/>
          <p:cNvSpPr/>
          <p:nvPr/>
        </p:nvSpPr>
        <p:spPr>
          <a:xfrm>
            <a:off x="978408" y="3749040"/>
            <a:ext cx="137160" cy="137160"/>
          </a:xfrm>
          <a:prstGeom prst="ellipse">
            <a:avLst/>
          </a:prstGeom>
          <a:solidFill>
            <a:srgbClr val="70E3B1"/>
          </a:solidFill>
          <a:ln w="12700">
            <a:solidFill>
              <a:srgbClr val="70E3B1">
                <a:alpha val="0"/>
              </a:srgbClr>
            </a:solidFill>
            <a:prstDash val="solid"/>
          </a:ln>
        </p:spPr>
      </p:sp>
      <p:sp>
        <p:nvSpPr>
          <p:cNvPr id="41" name="Text 39"/>
          <p:cNvSpPr/>
          <p:nvPr/>
        </p:nvSpPr>
        <p:spPr>
          <a:xfrm>
            <a:off x="1316736" y="3648456"/>
            <a:ext cx="5605272" cy="402336"/>
          </a:xfrm>
          <a:prstGeom prst="rect">
            <a:avLst/>
          </a:prstGeom>
          <a:noFill/>
          <a:ln/>
        </p:spPr>
        <p:txBody>
          <a:bodyPr wrap="square" lIns="0" tIns="0" rIns="0" bIns="0" rtlCol="0" anchor="ctr">
            <a:normAutofit/>
          </a:bodyPr>
          <a:lstStyle/>
          <a:p>
            <a:pPr marL="0" indent="0">
              <a:buNone/>
            </a:pPr>
            <a:r>
              <a:rPr lang="en-US" sz="1600" dirty="0">
                <a:solidFill>
                  <a:srgbClr val="F0F8FC"/>
                </a:solidFill>
                <a:latin typeface="Inter" pitchFamily="34" charset="0"/>
                <a:ea typeface="Inter" pitchFamily="34" charset="-122"/>
                <a:cs typeface="Inter" pitchFamily="34" charset="-120"/>
              </a:rPr>
              <a:t>Consecutive sequence numbers</a:t>
            </a:r>
            <a:endParaRPr lang="en-US" sz="1600" dirty="0"/>
          </a:p>
        </p:txBody>
      </p:sp>
      <p:sp>
        <p:nvSpPr>
          <p:cNvPr id="42" name="Shape 40"/>
          <p:cNvSpPr/>
          <p:nvPr/>
        </p:nvSpPr>
        <p:spPr>
          <a:xfrm>
            <a:off x="978408" y="4242816"/>
            <a:ext cx="137160" cy="137160"/>
          </a:xfrm>
          <a:prstGeom prst="ellipse">
            <a:avLst/>
          </a:prstGeom>
          <a:solidFill>
            <a:srgbClr val="70E3B1"/>
          </a:solidFill>
          <a:ln w="12700">
            <a:solidFill>
              <a:srgbClr val="70E3B1">
                <a:alpha val="0"/>
              </a:srgbClr>
            </a:solidFill>
            <a:prstDash val="solid"/>
          </a:ln>
        </p:spPr>
      </p:sp>
      <p:sp>
        <p:nvSpPr>
          <p:cNvPr id="43" name="Text 41"/>
          <p:cNvSpPr/>
          <p:nvPr/>
        </p:nvSpPr>
        <p:spPr>
          <a:xfrm>
            <a:off x="1316736" y="4142232"/>
            <a:ext cx="5605272" cy="402336"/>
          </a:xfrm>
          <a:prstGeom prst="rect">
            <a:avLst/>
          </a:prstGeom>
          <a:noFill/>
          <a:ln/>
        </p:spPr>
        <p:txBody>
          <a:bodyPr wrap="square" lIns="0" tIns="0" rIns="0" bIns="0" rtlCol="0" anchor="ctr">
            <a:normAutofit/>
          </a:bodyPr>
          <a:lstStyle/>
          <a:p>
            <a:pPr marL="0" indent="0">
              <a:buNone/>
            </a:pPr>
            <a:r>
              <a:rPr lang="en-US" sz="1600" dirty="0">
                <a:solidFill>
                  <a:srgbClr val="F0F8FC"/>
                </a:solidFill>
                <a:latin typeface="Inter" pitchFamily="34" charset="0"/>
                <a:ea typeface="Inter" pitchFamily="34" charset="-122"/>
                <a:cs typeface="Inter" pitchFamily="34" charset="-120"/>
              </a:rPr>
              <a:t>Valid five-field records</a:t>
            </a:r>
            <a:endParaRPr lang="en-US" sz="1600" dirty="0"/>
          </a:p>
        </p:txBody>
      </p:sp>
      <p:sp>
        <p:nvSpPr>
          <p:cNvPr id="44" name="Shape 42"/>
          <p:cNvSpPr/>
          <p:nvPr/>
        </p:nvSpPr>
        <p:spPr>
          <a:xfrm>
            <a:off x="978408" y="4736592"/>
            <a:ext cx="137160" cy="137160"/>
          </a:xfrm>
          <a:prstGeom prst="ellipse">
            <a:avLst/>
          </a:prstGeom>
          <a:solidFill>
            <a:srgbClr val="70E3B1"/>
          </a:solidFill>
          <a:ln w="12700">
            <a:solidFill>
              <a:srgbClr val="70E3B1">
                <a:alpha val="0"/>
              </a:srgbClr>
            </a:solidFill>
            <a:prstDash val="solid"/>
          </a:ln>
        </p:spPr>
      </p:sp>
      <p:sp>
        <p:nvSpPr>
          <p:cNvPr id="45" name="Text 43"/>
          <p:cNvSpPr/>
          <p:nvPr/>
        </p:nvSpPr>
        <p:spPr>
          <a:xfrm>
            <a:off x="1316736" y="4636008"/>
            <a:ext cx="5605272" cy="402336"/>
          </a:xfrm>
          <a:prstGeom prst="rect">
            <a:avLst/>
          </a:prstGeom>
          <a:noFill/>
          <a:ln/>
        </p:spPr>
        <p:txBody>
          <a:bodyPr wrap="square" lIns="0" tIns="0" rIns="0" bIns="0" rtlCol="0" anchor="ctr">
            <a:normAutofit/>
          </a:bodyPr>
          <a:lstStyle/>
          <a:p>
            <a:pPr marL="0" indent="0">
              <a:buNone/>
            </a:pPr>
            <a:r>
              <a:rPr lang="en-US" sz="1600" dirty="0">
                <a:solidFill>
                  <a:srgbClr val="F0F8FC"/>
                </a:solidFill>
                <a:latin typeface="Inter" pitchFamily="34" charset="0"/>
                <a:ea typeface="Inter" pitchFamily="34" charset="-122"/>
                <a:cs typeface="Inter" pitchFamily="34" charset="-120"/>
              </a:rPr>
              <a:t>Nonempty recovered text; spaces are possible</a:t>
            </a:r>
            <a:endParaRPr lang="en-US" sz="1600" dirty="0"/>
          </a:p>
        </p:txBody>
      </p:sp>
      <p:sp>
        <p:nvSpPr>
          <p:cNvPr id="46" name="Shape 44"/>
          <p:cNvSpPr/>
          <p:nvPr/>
        </p:nvSpPr>
        <p:spPr>
          <a:xfrm>
            <a:off x="7507224" y="1984248"/>
            <a:ext cx="4023360" cy="3602736"/>
          </a:xfrm>
          <a:prstGeom prst="roundRect">
            <a:avLst>
              <a:gd name="adj" fmla="val 2030"/>
            </a:avLst>
          </a:prstGeom>
          <a:solidFill>
            <a:srgbClr val="142331">
              <a:alpha val="95000"/>
            </a:srgbClr>
          </a:solidFill>
          <a:ln w="10160">
            <a:solidFill>
              <a:srgbClr val="FFC26E">
                <a:alpha val="76000"/>
              </a:srgbClr>
            </a:solidFill>
            <a:prstDash val="solid"/>
          </a:ln>
        </p:spPr>
      </p:sp>
      <p:sp>
        <p:nvSpPr>
          <p:cNvPr id="47" name="Text 45"/>
          <p:cNvSpPr/>
          <p:nvPr/>
        </p:nvSpPr>
        <p:spPr>
          <a:xfrm>
            <a:off x="7827264" y="2295144"/>
            <a:ext cx="3200400" cy="292608"/>
          </a:xfrm>
          <a:prstGeom prst="rect">
            <a:avLst/>
          </a:prstGeom>
          <a:noFill/>
          <a:ln/>
        </p:spPr>
        <p:txBody>
          <a:bodyPr wrap="square" lIns="0" tIns="0" rIns="0" bIns="0" rtlCol="0" anchor="ctr">
            <a:normAutofit/>
          </a:bodyPr>
          <a:lstStyle/>
          <a:p>
            <a:pPr marL="0" indent="0">
              <a:buNone/>
            </a:pPr>
            <a:r>
              <a:rPr lang="en-US" sz="1200" b="1" kern="0" spc="140" dirty="0">
                <a:solidFill>
                  <a:srgbClr val="FFC26E"/>
                </a:solidFill>
                <a:latin typeface="Inter" pitchFamily="34" charset="0"/>
                <a:ea typeface="Inter" pitchFamily="34" charset="-122"/>
                <a:cs typeface="Inter" pitchFamily="34" charset="-120"/>
              </a:rPr>
              <a:t>YOU MUST NOT</a:t>
            </a:r>
            <a:endParaRPr lang="en-US" sz="1200" dirty="0"/>
          </a:p>
        </p:txBody>
      </p:sp>
      <p:sp>
        <p:nvSpPr>
          <p:cNvPr id="48" name="Text 46"/>
          <p:cNvSpPr/>
          <p:nvPr/>
        </p:nvSpPr>
        <p:spPr>
          <a:xfrm>
            <a:off x="7808976" y="2761488"/>
            <a:ext cx="310896" cy="292608"/>
          </a:xfrm>
          <a:prstGeom prst="rect">
            <a:avLst/>
          </a:prstGeom>
          <a:noFill/>
          <a:ln/>
        </p:spPr>
        <p:txBody>
          <a:bodyPr wrap="square" lIns="0" tIns="0" rIns="0" bIns="0" rtlCol="0" anchor="ctr">
            <a:normAutofit fontScale="92500" lnSpcReduction="20000"/>
          </a:bodyPr>
          <a:lstStyle/>
          <a:p>
            <a:pPr marL="0" indent="0">
              <a:buNone/>
            </a:pPr>
            <a:r>
              <a:rPr lang="en-US" sz="2400" b="1" dirty="0">
                <a:solidFill>
                  <a:srgbClr val="FFC26E"/>
                </a:solidFill>
                <a:latin typeface="Inter" pitchFamily="34" charset="0"/>
                <a:ea typeface="Inter" pitchFamily="34" charset="-122"/>
                <a:cs typeface="Inter" pitchFamily="34" charset="-120"/>
              </a:rPr>
              <a:t>×</a:t>
            </a:r>
            <a:endParaRPr lang="en-US" sz="2400" dirty="0"/>
          </a:p>
        </p:txBody>
      </p:sp>
      <p:sp>
        <p:nvSpPr>
          <p:cNvPr id="49" name="Text 47"/>
          <p:cNvSpPr/>
          <p:nvPr/>
        </p:nvSpPr>
        <p:spPr>
          <a:xfrm>
            <a:off x="8229600" y="2761488"/>
            <a:ext cx="2816352" cy="512064"/>
          </a:xfrm>
          <a:prstGeom prst="rect">
            <a:avLst/>
          </a:prstGeom>
          <a:noFill/>
          <a:ln/>
        </p:spPr>
        <p:txBody>
          <a:bodyPr wrap="square" lIns="0" tIns="0" rIns="0" bIns="0" rtlCol="0" anchor="ctr">
            <a:normAutofit/>
          </a:bodyPr>
          <a:lstStyle/>
          <a:p>
            <a:pPr marL="0" indent="0">
              <a:buNone/>
            </a:pPr>
            <a:r>
              <a:rPr lang="en-US" sz="1630" dirty="0">
                <a:solidFill>
                  <a:srgbClr val="F0F8FC"/>
                </a:solidFill>
                <a:latin typeface="Inter" pitchFamily="34" charset="0"/>
                <a:ea typeface="Inter" pitchFamily="34" charset="-122"/>
                <a:cs typeface="Inter" pitchFamily="34" charset="-120"/>
              </a:rPr>
              <a:t>Decode hidden fields</a:t>
            </a:r>
            <a:endParaRPr lang="en-US" sz="1630" dirty="0"/>
          </a:p>
        </p:txBody>
      </p:sp>
      <p:sp>
        <p:nvSpPr>
          <p:cNvPr id="50" name="Text 48"/>
          <p:cNvSpPr/>
          <p:nvPr/>
        </p:nvSpPr>
        <p:spPr>
          <a:xfrm>
            <a:off x="7808976" y="3502152"/>
            <a:ext cx="310896" cy="292608"/>
          </a:xfrm>
          <a:prstGeom prst="rect">
            <a:avLst/>
          </a:prstGeom>
          <a:noFill/>
          <a:ln/>
        </p:spPr>
        <p:txBody>
          <a:bodyPr wrap="square" lIns="0" tIns="0" rIns="0" bIns="0" rtlCol="0" anchor="ctr">
            <a:normAutofit fontScale="92500" lnSpcReduction="20000"/>
          </a:bodyPr>
          <a:lstStyle/>
          <a:p>
            <a:pPr marL="0" indent="0">
              <a:buNone/>
            </a:pPr>
            <a:r>
              <a:rPr lang="en-US" sz="2400" b="1" dirty="0">
                <a:solidFill>
                  <a:srgbClr val="FFC26E"/>
                </a:solidFill>
                <a:latin typeface="Inter" pitchFamily="34" charset="0"/>
                <a:ea typeface="Inter" pitchFamily="34" charset="-122"/>
                <a:cs typeface="Inter" pitchFamily="34" charset="-120"/>
              </a:rPr>
              <a:t>×</a:t>
            </a:r>
            <a:endParaRPr lang="en-US" sz="2400" dirty="0"/>
          </a:p>
        </p:txBody>
      </p:sp>
      <p:sp>
        <p:nvSpPr>
          <p:cNvPr id="51" name="Text 49"/>
          <p:cNvSpPr/>
          <p:nvPr/>
        </p:nvSpPr>
        <p:spPr>
          <a:xfrm>
            <a:off x="8229600" y="3502152"/>
            <a:ext cx="2816352" cy="512064"/>
          </a:xfrm>
          <a:prstGeom prst="rect">
            <a:avLst/>
          </a:prstGeom>
          <a:noFill/>
          <a:ln/>
        </p:spPr>
        <p:txBody>
          <a:bodyPr wrap="square" lIns="0" tIns="0" rIns="0" bIns="0" rtlCol="0" anchor="ctr">
            <a:normAutofit/>
          </a:bodyPr>
          <a:lstStyle/>
          <a:p>
            <a:pPr marL="0" indent="0">
              <a:buNone/>
            </a:pPr>
            <a:r>
              <a:rPr lang="en-US" sz="1630" dirty="0">
                <a:solidFill>
                  <a:srgbClr val="F0F8FC"/>
                </a:solidFill>
                <a:latin typeface="Inter" pitchFamily="34" charset="0"/>
                <a:ea typeface="Inter" pitchFamily="34" charset="-122"/>
                <a:cs typeface="Inter" pitchFamily="34" charset="-120"/>
              </a:rPr>
              <a:t>Invent missing records</a:t>
            </a:r>
            <a:endParaRPr lang="en-US" sz="1630" dirty="0"/>
          </a:p>
        </p:txBody>
      </p:sp>
      <p:sp>
        <p:nvSpPr>
          <p:cNvPr id="52" name="Text 50"/>
          <p:cNvSpPr/>
          <p:nvPr/>
        </p:nvSpPr>
        <p:spPr>
          <a:xfrm>
            <a:off x="7808976" y="4242816"/>
            <a:ext cx="310896" cy="292608"/>
          </a:xfrm>
          <a:prstGeom prst="rect">
            <a:avLst/>
          </a:prstGeom>
          <a:noFill/>
          <a:ln/>
        </p:spPr>
        <p:txBody>
          <a:bodyPr wrap="square" lIns="0" tIns="0" rIns="0" bIns="0" rtlCol="0" anchor="ctr">
            <a:normAutofit fontScale="92500" lnSpcReduction="20000"/>
          </a:bodyPr>
          <a:lstStyle/>
          <a:p>
            <a:pPr marL="0" indent="0">
              <a:buNone/>
            </a:pPr>
            <a:r>
              <a:rPr lang="en-US" sz="2400" b="1" dirty="0">
                <a:solidFill>
                  <a:srgbClr val="FFC26E"/>
                </a:solidFill>
                <a:latin typeface="Inter" pitchFamily="34" charset="0"/>
                <a:ea typeface="Inter" pitchFamily="34" charset="-122"/>
                <a:cs typeface="Inter" pitchFamily="34" charset="-120"/>
              </a:rPr>
              <a:t>×</a:t>
            </a:r>
            <a:endParaRPr lang="en-US" sz="2400" dirty="0"/>
          </a:p>
        </p:txBody>
      </p:sp>
      <p:sp>
        <p:nvSpPr>
          <p:cNvPr id="53" name="Text 51"/>
          <p:cNvSpPr/>
          <p:nvPr/>
        </p:nvSpPr>
        <p:spPr>
          <a:xfrm>
            <a:off x="8229600" y="4242816"/>
            <a:ext cx="2816352" cy="512064"/>
          </a:xfrm>
          <a:prstGeom prst="rect">
            <a:avLst/>
          </a:prstGeom>
          <a:noFill/>
          <a:ln/>
        </p:spPr>
        <p:txBody>
          <a:bodyPr wrap="square" lIns="0" tIns="0" rIns="0" bIns="0" rtlCol="0" anchor="ctr">
            <a:normAutofit/>
          </a:bodyPr>
          <a:lstStyle/>
          <a:p>
            <a:pPr marL="0" indent="0">
              <a:buNone/>
            </a:pPr>
            <a:r>
              <a:rPr lang="en-US" sz="1630" dirty="0">
                <a:solidFill>
                  <a:srgbClr val="F0F8FC"/>
                </a:solidFill>
                <a:latin typeface="Inter" pitchFamily="34" charset="0"/>
                <a:ea typeface="Inter" pitchFamily="34" charset="-122"/>
                <a:cs typeface="Inter" pitchFamily="34" charset="-120"/>
              </a:rPr>
              <a:t>Implement imagined future requirements</a:t>
            </a:r>
            <a:endParaRPr lang="en-US" sz="1630" dirty="0"/>
          </a:p>
        </p:txBody>
      </p:sp>
      <p:sp>
        <p:nvSpPr>
          <p:cNvPr id="54" name="Text 52"/>
          <p:cNvSpPr/>
          <p:nvPr/>
        </p:nvSpPr>
        <p:spPr>
          <a:xfrm>
            <a:off x="914400" y="5870448"/>
            <a:ext cx="10515600" cy="338328"/>
          </a:xfrm>
          <a:prstGeom prst="rect">
            <a:avLst/>
          </a:prstGeom>
          <a:noFill/>
          <a:ln/>
        </p:spPr>
        <p:txBody>
          <a:bodyPr wrap="square" lIns="0" tIns="0" rIns="0" bIns="0" rtlCol="0" anchor="ctr">
            <a:normAutofit/>
          </a:bodyPr>
          <a:lstStyle/>
          <a:p>
            <a:pPr marL="0" indent="0" algn="ctr">
              <a:buNone/>
            </a:pPr>
            <a:r>
              <a:rPr lang="en-US" sz="1800" i="1" dirty="0">
                <a:solidFill>
                  <a:srgbClr val="B0C6D1"/>
                </a:solidFill>
                <a:latin typeface="Inter" pitchFamily="34" charset="0"/>
                <a:ea typeface="Inter" pitchFamily="34" charset="-122"/>
                <a:cs typeface="Inter" pitchFamily="34" charset="-120"/>
              </a:rPr>
              <a:t>Do only what the current evidence requires.</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563808" y="3289142"/>
            <a:ext cx="14451" cy="14451"/>
          </a:xfrm>
          <a:prstGeom prst="ellipse">
            <a:avLst/>
          </a:prstGeom>
          <a:solidFill>
            <a:srgbClr val="5DE4E2">
              <a:alpha val="55000"/>
            </a:srgbClr>
          </a:solidFill>
          <a:ln w="12700">
            <a:solidFill>
              <a:srgbClr val="071321">
                <a:alpha val="0"/>
              </a:srgbClr>
            </a:solidFill>
            <a:prstDash val="solid"/>
          </a:ln>
        </p:spPr>
      </p:sp>
      <p:sp>
        <p:nvSpPr>
          <p:cNvPr id="3" name="Shape 1"/>
          <p:cNvSpPr/>
          <p:nvPr/>
        </p:nvSpPr>
        <p:spPr>
          <a:xfrm>
            <a:off x="1094737" y="6233984"/>
            <a:ext cx="7971" cy="7971"/>
          </a:xfrm>
          <a:prstGeom prst="ellipse">
            <a:avLst/>
          </a:prstGeom>
          <a:solidFill>
            <a:srgbClr val="D3E2ED">
              <a:alpha val="30000"/>
            </a:srgbClr>
          </a:solidFill>
          <a:ln w="12700">
            <a:solidFill>
              <a:srgbClr val="071321">
                <a:alpha val="0"/>
              </a:srgbClr>
            </a:solidFill>
            <a:prstDash val="solid"/>
          </a:ln>
        </p:spPr>
      </p:sp>
      <p:sp>
        <p:nvSpPr>
          <p:cNvPr id="4" name="Shape 2"/>
          <p:cNvSpPr/>
          <p:nvPr/>
        </p:nvSpPr>
        <p:spPr>
          <a:xfrm>
            <a:off x="10688045" y="1523215"/>
            <a:ext cx="14071" cy="14071"/>
          </a:xfrm>
          <a:prstGeom prst="ellipse">
            <a:avLst/>
          </a:prstGeom>
          <a:solidFill>
            <a:srgbClr val="D3E2ED">
              <a:alpha val="30000"/>
            </a:srgbClr>
          </a:solidFill>
          <a:ln w="12700">
            <a:solidFill>
              <a:srgbClr val="071321">
                <a:alpha val="0"/>
              </a:srgbClr>
            </a:solidFill>
            <a:prstDash val="solid"/>
          </a:ln>
        </p:spPr>
      </p:sp>
      <p:sp>
        <p:nvSpPr>
          <p:cNvPr id="5" name="Shape 3"/>
          <p:cNvSpPr/>
          <p:nvPr/>
        </p:nvSpPr>
        <p:spPr>
          <a:xfrm>
            <a:off x="4517488" y="4699220"/>
            <a:ext cx="18143" cy="18143"/>
          </a:xfrm>
          <a:prstGeom prst="ellipse">
            <a:avLst/>
          </a:prstGeom>
          <a:solidFill>
            <a:srgbClr val="D3E2ED">
              <a:alpha val="30000"/>
            </a:srgbClr>
          </a:solidFill>
          <a:ln w="12700">
            <a:solidFill>
              <a:srgbClr val="071321">
                <a:alpha val="0"/>
              </a:srgbClr>
            </a:solidFill>
            <a:prstDash val="solid"/>
          </a:ln>
        </p:spPr>
      </p:sp>
      <p:sp>
        <p:nvSpPr>
          <p:cNvPr id="6" name="Shape 4"/>
          <p:cNvSpPr/>
          <p:nvPr/>
        </p:nvSpPr>
        <p:spPr>
          <a:xfrm>
            <a:off x="2344284" y="1959700"/>
            <a:ext cx="11069" cy="11069"/>
          </a:xfrm>
          <a:prstGeom prst="ellipse">
            <a:avLst/>
          </a:prstGeom>
          <a:solidFill>
            <a:srgbClr val="D3E2ED">
              <a:alpha val="30000"/>
            </a:srgbClr>
          </a:solidFill>
          <a:ln w="12700">
            <a:solidFill>
              <a:srgbClr val="071321">
                <a:alpha val="0"/>
              </a:srgbClr>
            </a:solidFill>
            <a:prstDash val="solid"/>
          </a:ln>
        </p:spPr>
      </p:sp>
      <p:sp>
        <p:nvSpPr>
          <p:cNvPr id="7" name="Shape 5"/>
          <p:cNvSpPr/>
          <p:nvPr/>
        </p:nvSpPr>
        <p:spPr>
          <a:xfrm>
            <a:off x="1734693" y="3544703"/>
            <a:ext cx="11934" cy="11934"/>
          </a:xfrm>
          <a:prstGeom prst="ellipse">
            <a:avLst/>
          </a:prstGeom>
          <a:solidFill>
            <a:srgbClr val="D3E2ED">
              <a:alpha val="30000"/>
            </a:srgbClr>
          </a:solidFill>
          <a:ln w="12700">
            <a:solidFill>
              <a:srgbClr val="071321">
                <a:alpha val="0"/>
              </a:srgbClr>
            </a:solidFill>
            <a:prstDash val="solid"/>
          </a:ln>
        </p:spPr>
      </p:sp>
      <p:sp>
        <p:nvSpPr>
          <p:cNvPr id="8" name="Shape 6"/>
          <p:cNvSpPr/>
          <p:nvPr/>
        </p:nvSpPr>
        <p:spPr>
          <a:xfrm>
            <a:off x="4854010" y="6548022"/>
            <a:ext cx="18063" cy="18063"/>
          </a:xfrm>
          <a:prstGeom prst="ellipse">
            <a:avLst/>
          </a:prstGeom>
          <a:solidFill>
            <a:srgbClr val="D3E2ED">
              <a:alpha val="30000"/>
            </a:srgbClr>
          </a:solidFill>
          <a:ln w="12700">
            <a:solidFill>
              <a:srgbClr val="071321">
                <a:alpha val="0"/>
              </a:srgbClr>
            </a:solidFill>
            <a:prstDash val="solid"/>
          </a:ln>
        </p:spPr>
      </p:sp>
      <p:sp>
        <p:nvSpPr>
          <p:cNvPr id="9" name="Shape 7"/>
          <p:cNvSpPr/>
          <p:nvPr/>
        </p:nvSpPr>
        <p:spPr>
          <a:xfrm>
            <a:off x="9573198" y="5182600"/>
            <a:ext cx="14457" cy="14457"/>
          </a:xfrm>
          <a:prstGeom prst="ellipse">
            <a:avLst/>
          </a:prstGeom>
          <a:solidFill>
            <a:srgbClr val="5DE4E2">
              <a:alpha val="55000"/>
            </a:srgbClr>
          </a:solidFill>
          <a:ln w="12700">
            <a:solidFill>
              <a:srgbClr val="071321">
                <a:alpha val="0"/>
              </a:srgbClr>
            </a:solidFill>
            <a:prstDash val="solid"/>
          </a:ln>
        </p:spPr>
      </p:sp>
      <p:sp>
        <p:nvSpPr>
          <p:cNvPr id="10" name="Shape 8"/>
          <p:cNvSpPr/>
          <p:nvPr/>
        </p:nvSpPr>
        <p:spPr>
          <a:xfrm>
            <a:off x="265593" y="4410794"/>
            <a:ext cx="17448" cy="17448"/>
          </a:xfrm>
          <a:prstGeom prst="ellipse">
            <a:avLst/>
          </a:prstGeom>
          <a:solidFill>
            <a:srgbClr val="D3E2ED">
              <a:alpha val="30000"/>
            </a:srgbClr>
          </a:solidFill>
          <a:ln w="12700">
            <a:solidFill>
              <a:srgbClr val="071321">
                <a:alpha val="0"/>
              </a:srgbClr>
            </a:solidFill>
            <a:prstDash val="solid"/>
          </a:ln>
        </p:spPr>
      </p:sp>
      <p:sp>
        <p:nvSpPr>
          <p:cNvPr id="11" name="Shape 9"/>
          <p:cNvSpPr/>
          <p:nvPr/>
        </p:nvSpPr>
        <p:spPr>
          <a:xfrm>
            <a:off x="3782962" y="1257383"/>
            <a:ext cx="9197" cy="9197"/>
          </a:xfrm>
          <a:prstGeom prst="ellipse">
            <a:avLst/>
          </a:prstGeom>
          <a:solidFill>
            <a:srgbClr val="D3E2ED">
              <a:alpha val="30000"/>
            </a:srgbClr>
          </a:solidFill>
          <a:ln w="12700">
            <a:solidFill>
              <a:srgbClr val="071321">
                <a:alpha val="0"/>
              </a:srgbClr>
            </a:solidFill>
            <a:prstDash val="solid"/>
          </a:ln>
        </p:spPr>
      </p:sp>
      <p:sp>
        <p:nvSpPr>
          <p:cNvPr id="12" name="Shape 10"/>
          <p:cNvSpPr/>
          <p:nvPr/>
        </p:nvSpPr>
        <p:spPr>
          <a:xfrm>
            <a:off x="1264047" y="4951672"/>
            <a:ext cx="13027" cy="13027"/>
          </a:xfrm>
          <a:prstGeom prst="ellipse">
            <a:avLst/>
          </a:prstGeom>
          <a:solidFill>
            <a:srgbClr val="D3E2ED">
              <a:alpha val="30000"/>
            </a:srgbClr>
          </a:solidFill>
          <a:ln w="12700">
            <a:solidFill>
              <a:srgbClr val="071321">
                <a:alpha val="0"/>
              </a:srgbClr>
            </a:solidFill>
            <a:prstDash val="solid"/>
          </a:ln>
        </p:spPr>
      </p:sp>
      <p:sp>
        <p:nvSpPr>
          <p:cNvPr id="13" name="Shape 11"/>
          <p:cNvSpPr/>
          <p:nvPr/>
        </p:nvSpPr>
        <p:spPr>
          <a:xfrm>
            <a:off x="2015209" y="5038331"/>
            <a:ext cx="16380" cy="16380"/>
          </a:xfrm>
          <a:prstGeom prst="ellipse">
            <a:avLst/>
          </a:prstGeom>
          <a:solidFill>
            <a:srgbClr val="D3E2ED">
              <a:alpha val="30000"/>
            </a:srgbClr>
          </a:solidFill>
          <a:ln w="12700">
            <a:solidFill>
              <a:srgbClr val="071321">
                <a:alpha val="0"/>
              </a:srgbClr>
            </a:solidFill>
            <a:prstDash val="solid"/>
          </a:ln>
        </p:spPr>
      </p:sp>
      <p:sp>
        <p:nvSpPr>
          <p:cNvPr id="14" name="Shape 12"/>
          <p:cNvSpPr/>
          <p:nvPr/>
        </p:nvSpPr>
        <p:spPr>
          <a:xfrm>
            <a:off x="10326369" y="3068376"/>
            <a:ext cx="11759" cy="11759"/>
          </a:xfrm>
          <a:prstGeom prst="ellipse">
            <a:avLst/>
          </a:prstGeom>
          <a:solidFill>
            <a:srgbClr val="D3E2ED">
              <a:alpha val="30000"/>
            </a:srgbClr>
          </a:solidFill>
          <a:ln w="12700">
            <a:solidFill>
              <a:srgbClr val="071321">
                <a:alpha val="0"/>
              </a:srgbClr>
            </a:solidFill>
            <a:prstDash val="solid"/>
          </a:ln>
        </p:spPr>
      </p:sp>
      <p:sp>
        <p:nvSpPr>
          <p:cNvPr id="15" name="Shape 13"/>
          <p:cNvSpPr/>
          <p:nvPr/>
        </p:nvSpPr>
        <p:spPr>
          <a:xfrm>
            <a:off x="5313557" y="5130360"/>
            <a:ext cx="16337" cy="16337"/>
          </a:xfrm>
          <a:prstGeom prst="ellipse">
            <a:avLst/>
          </a:prstGeom>
          <a:solidFill>
            <a:srgbClr val="D3E2ED">
              <a:alpha val="30000"/>
            </a:srgbClr>
          </a:solidFill>
          <a:ln w="12700">
            <a:solidFill>
              <a:srgbClr val="071321">
                <a:alpha val="0"/>
              </a:srgbClr>
            </a:solidFill>
            <a:prstDash val="solid"/>
          </a:ln>
        </p:spPr>
      </p:sp>
      <p:sp>
        <p:nvSpPr>
          <p:cNvPr id="16" name="Shape 14"/>
          <p:cNvSpPr/>
          <p:nvPr/>
        </p:nvSpPr>
        <p:spPr>
          <a:xfrm>
            <a:off x="5546389" y="1603679"/>
            <a:ext cx="13966" cy="13966"/>
          </a:xfrm>
          <a:prstGeom prst="ellipse">
            <a:avLst/>
          </a:prstGeom>
          <a:solidFill>
            <a:srgbClr val="5DE4E2">
              <a:alpha val="55000"/>
            </a:srgbClr>
          </a:solidFill>
          <a:ln w="12700">
            <a:solidFill>
              <a:srgbClr val="071321">
                <a:alpha val="0"/>
              </a:srgbClr>
            </a:solidFill>
            <a:prstDash val="solid"/>
          </a:ln>
        </p:spPr>
      </p:sp>
      <p:sp>
        <p:nvSpPr>
          <p:cNvPr id="17" name="Shape 15"/>
          <p:cNvSpPr/>
          <p:nvPr/>
        </p:nvSpPr>
        <p:spPr>
          <a:xfrm>
            <a:off x="9058049" y="6360317"/>
            <a:ext cx="17424" cy="17424"/>
          </a:xfrm>
          <a:prstGeom prst="ellipse">
            <a:avLst/>
          </a:prstGeom>
          <a:solidFill>
            <a:srgbClr val="D3E2ED">
              <a:alpha val="30000"/>
            </a:srgbClr>
          </a:solidFill>
          <a:ln w="12700">
            <a:solidFill>
              <a:srgbClr val="071321">
                <a:alpha val="0"/>
              </a:srgbClr>
            </a:solidFill>
            <a:prstDash val="solid"/>
          </a:ln>
        </p:spPr>
      </p:sp>
      <p:sp>
        <p:nvSpPr>
          <p:cNvPr id="18" name="Shape 16"/>
          <p:cNvSpPr/>
          <p:nvPr/>
        </p:nvSpPr>
        <p:spPr>
          <a:xfrm>
            <a:off x="2770108" y="1260783"/>
            <a:ext cx="10241" cy="10241"/>
          </a:xfrm>
          <a:prstGeom prst="ellipse">
            <a:avLst/>
          </a:prstGeom>
          <a:solidFill>
            <a:srgbClr val="D3E2ED">
              <a:alpha val="30000"/>
            </a:srgbClr>
          </a:solidFill>
          <a:ln w="12700">
            <a:solidFill>
              <a:srgbClr val="071321">
                <a:alpha val="0"/>
              </a:srgbClr>
            </a:solidFill>
            <a:prstDash val="solid"/>
          </a:ln>
        </p:spPr>
      </p:sp>
      <p:sp>
        <p:nvSpPr>
          <p:cNvPr id="19" name="Shape 17"/>
          <p:cNvSpPr/>
          <p:nvPr/>
        </p:nvSpPr>
        <p:spPr>
          <a:xfrm>
            <a:off x="6515409" y="4019604"/>
            <a:ext cx="17529" cy="17529"/>
          </a:xfrm>
          <a:prstGeom prst="ellipse">
            <a:avLst/>
          </a:prstGeom>
          <a:solidFill>
            <a:srgbClr val="D3E2ED">
              <a:alpha val="30000"/>
            </a:srgbClr>
          </a:solidFill>
          <a:ln w="12700">
            <a:solidFill>
              <a:srgbClr val="071321">
                <a:alpha val="0"/>
              </a:srgbClr>
            </a:solidFill>
            <a:prstDash val="solid"/>
          </a:ln>
        </p:spPr>
      </p:sp>
      <p:sp>
        <p:nvSpPr>
          <p:cNvPr id="20" name="Shape 18"/>
          <p:cNvSpPr/>
          <p:nvPr/>
        </p:nvSpPr>
        <p:spPr>
          <a:xfrm>
            <a:off x="11050281" y="1451564"/>
            <a:ext cx="16624" cy="16624"/>
          </a:xfrm>
          <a:prstGeom prst="ellipse">
            <a:avLst/>
          </a:prstGeom>
          <a:solidFill>
            <a:srgbClr val="D3E2ED">
              <a:alpha val="30000"/>
            </a:srgbClr>
          </a:solidFill>
          <a:ln w="12700">
            <a:solidFill>
              <a:srgbClr val="071321">
                <a:alpha val="0"/>
              </a:srgbClr>
            </a:solidFill>
            <a:prstDash val="solid"/>
          </a:ln>
        </p:spPr>
      </p:sp>
      <p:sp>
        <p:nvSpPr>
          <p:cNvPr id="21" name="Shape 19"/>
          <p:cNvSpPr/>
          <p:nvPr/>
        </p:nvSpPr>
        <p:spPr>
          <a:xfrm>
            <a:off x="2157852" y="3308708"/>
            <a:ext cx="12931" cy="12931"/>
          </a:xfrm>
          <a:prstGeom prst="ellipse">
            <a:avLst/>
          </a:prstGeom>
          <a:solidFill>
            <a:srgbClr val="D3E2ED">
              <a:alpha val="30000"/>
            </a:srgbClr>
          </a:solidFill>
          <a:ln w="12700">
            <a:solidFill>
              <a:srgbClr val="071321">
                <a:alpha val="0"/>
              </a:srgbClr>
            </a:solidFill>
            <a:prstDash val="solid"/>
          </a:ln>
        </p:spPr>
      </p:sp>
      <p:sp>
        <p:nvSpPr>
          <p:cNvPr id="22" name="Shape 20"/>
          <p:cNvSpPr/>
          <p:nvPr/>
        </p:nvSpPr>
        <p:spPr>
          <a:xfrm>
            <a:off x="4992078" y="1035558"/>
            <a:ext cx="17042" cy="17042"/>
          </a:xfrm>
          <a:prstGeom prst="ellipse">
            <a:avLst/>
          </a:prstGeom>
          <a:solidFill>
            <a:srgbClr val="D3E2ED">
              <a:alpha val="30000"/>
            </a:srgbClr>
          </a:solidFill>
          <a:ln w="12700">
            <a:solidFill>
              <a:srgbClr val="071321">
                <a:alpha val="0"/>
              </a:srgbClr>
            </a:solidFill>
            <a:prstDash val="solid"/>
          </a:ln>
        </p:spPr>
      </p:sp>
      <p:sp>
        <p:nvSpPr>
          <p:cNvPr id="23" name="Shape 21"/>
          <p:cNvSpPr/>
          <p:nvPr/>
        </p:nvSpPr>
        <p:spPr>
          <a:xfrm>
            <a:off x="3543217" y="1452851"/>
            <a:ext cx="10766" cy="10766"/>
          </a:xfrm>
          <a:prstGeom prst="ellipse">
            <a:avLst/>
          </a:prstGeom>
          <a:solidFill>
            <a:srgbClr val="5DE4E2">
              <a:alpha val="55000"/>
            </a:srgbClr>
          </a:solidFill>
          <a:ln w="12700">
            <a:solidFill>
              <a:srgbClr val="071321">
                <a:alpha val="0"/>
              </a:srgbClr>
            </a:solidFill>
            <a:prstDash val="solid"/>
          </a:ln>
        </p:spPr>
      </p:sp>
      <p:sp>
        <p:nvSpPr>
          <p:cNvPr id="24" name="Shape 22"/>
          <p:cNvSpPr/>
          <p:nvPr/>
        </p:nvSpPr>
        <p:spPr>
          <a:xfrm>
            <a:off x="8221971" y="1567531"/>
            <a:ext cx="18267" cy="18267"/>
          </a:xfrm>
          <a:prstGeom prst="ellipse">
            <a:avLst/>
          </a:prstGeom>
          <a:solidFill>
            <a:srgbClr val="D3E2ED">
              <a:alpha val="30000"/>
            </a:srgbClr>
          </a:solidFill>
          <a:ln w="12700">
            <a:solidFill>
              <a:srgbClr val="071321">
                <a:alpha val="0"/>
              </a:srgbClr>
            </a:solidFill>
            <a:prstDash val="solid"/>
          </a:ln>
        </p:spPr>
      </p:sp>
      <p:sp>
        <p:nvSpPr>
          <p:cNvPr id="25" name="Shape 23"/>
          <p:cNvSpPr/>
          <p:nvPr/>
        </p:nvSpPr>
        <p:spPr>
          <a:xfrm>
            <a:off x="6453604" y="1955658"/>
            <a:ext cx="8817" cy="8817"/>
          </a:xfrm>
          <a:prstGeom prst="ellipse">
            <a:avLst/>
          </a:prstGeom>
          <a:solidFill>
            <a:srgbClr val="D3E2ED">
              <a:alpha val="30000"/>
            </a:srgbClr>
          </a:solidFill>
          <a:ln w="12700">
            <a:solidFill>
              <a:srgbClr val="071321">
                <a:alpha val="0"/>
              </a:srgbClr>
            </a:solidFill>
            <a:prstDash val="solid"/>
          </a:ln>
        </p:spPr>
      </p:sp>
      <p:sp>
        <p:nvSpPr>
          <p:cNvPr id="26" name="Shape 24"/>
          <p:cNvSpPr/>
          <p:nvPr/>
        </p:nvSpPr>
        <p:spPr>
          <a:xfrm>
            <a:off x="0" y="0"/>
            <a:ext cx="12192000" cy="6858000"/>
          </a:xfrm>
          <a:prstGeom prst="rect">
            <a:avLst/>
          </a:prstGeom>
          <a:solidFill>
            <a:srgbClr val="071321">
              <a:alpha val="89000"/>
            </a:srgbClr>
          </a:solidFill>
          <a:ln w="12700">
            <a:solidFill>
              <a:srgbClr val="071321">
                <a:alpha val="0"/>
              </a:srgbClr>
            </a:solidFill>
            <a:prstDash val="solid"/>
          </a:ln>
        </p:spPr>
      </p:sp>
      <p:sp>
        <p:nvSpPr>
          <p:cNvPr id="27" name="Text 25"/>
          <p:cNvSpPr/>
          <p:nvPr/>
        </p:nvSpPr>
        <p:spPr>
          <a:xfrm>
            <a:off x="612648" y="347472"/>
            <a:ext cx="10058400" cy="274320"/>
          </a:xfrm>
          <a:prstGeom prst="rect">
            <a:avLst/>
          </a:prstGeom>
          <a:noFill/>
          <a:ln/>
        </p:spPr>
        <p:txBody>
          <a:bodyPr wrap="square" lIns="0" tIns="0" rIns="0" bIns="0" rtlCol="0" anchor="ctr">
            <a:normAutofit/>
          </a:bodyPr>
          <a:lstStyle/>
          <a:p>
            <a:pPr marL="0" indent="0">
              <a:buNone/>
            </a:pPr>
            <a:r>
              <a:rPr lang="en-US" sz="950" b="1" kern="0" spc="220" dirty="0">
                <a:solidFill>
                  <a:srgbClr val="5DE4E2"/>
                </a:solidFill>
                <a:latin typeface="Inter" pitchFamily="34" charset="0"/>
                <a:ea typeface="Inter" pitchFamily="34" charset="-122"/>
                <a:cs typeface="Inter" pitchFamily="34" charset="-120"/>
              </a:rPr>
              <a:t>DSCC  /  MISSION FILE: ODYSSEY</a:t>
            </a:r>
            <a:endParaRPr lang="en-US" sz="950" dirty="0"/>
          </a:p>
        </p:txBody>
      </p:sp>
      <p:sp>
        <p:nvSpPr>
          <p:cNvPr id="28" name="Text 26"/>
          <p:cNvSpPr/>
          <p:nvPr/>
        </p:nvSpPr>
        <p:spPr>
          <a:xfrm>
            <a:off x="612648" y="832104"/>
            <a:ext cx="10972800" cy="612648"/>
          </a:xfrm>
          <a:prstGeom prst="rect">
            <a:avLst/>
          </a:prstGeom>
          <a:noFill/>
          <a:ln/>
        </p:spPr>
        <p:txBody>
          <a:bodyPr wrap="square" lIns="0" tIns="0" rIns="0" bIns="0" rtlCol="0" anchor="ctr">
            <a:normAutofit/>
          </a:bodyPr>
          <a:lstStyle/>
          <a:p>
            <a:pPr marL="0" indent="0">
              <a:buNone/>
            </a:pPr>
            <a:r>
              <a:rPr lang="en-US" sz="3000" b="1" dirty="0">
                <a:solidFill>
                  <a:srgbClr val="F0F8FC"/>
                </a:solidFill>
                <a:latin typeface="Inter Display" pitchFamily="34" charset="0"/>
                <a:ea typeface="Inter Display" pitchFamily="34" charset="-122"/>
                <a:cs typeface="Inter Display" pitchFamily="34" charset="-120"/>
              </a:rPr>
              <a:t>YOUR ENGINEERING CONTRACT</a:t>
            </a:r>
            <a:endParaRPr lang="en-US" sz="3000" dirty="0"/>
          </a:p>
        </p:txBody>
      </p:sp>
      <p:sp>
        <p:nvSpPr>
          <p:cNvPr id="29" name="Text 27"/>
          <p:cNvSpPr/>
          <p:nvPr/>
        </p:nvSpPr>
        <p:spPr>
          <a:xfrm>
            <a:off x="640080" y="1481328"/>
            <a:ext cx="10789920" cy="347472"/>
          </a:xfrm>
          <a:prstGeom prst="rect">
            <a:avLst/>
          </a:prstGeom>
          <a:noFill/>
          <a:ln/>
        </p:spPr>
        <p:txBody>
          <a:bodyPr wrap="square" lIns="0" tIns="0" rIns="0" bIns="0" rtlCol="0" anchor="ctr">
            <a:normAutofit/>
          </a:bodyPr>
          <a:lstStyle/>
          <a:p>
            <a:pPr marL="0" indent="0">
              <a:buNone/>
            </a:pPr>
            <a:r>
              <a:rPr lang="en-US" sz="1500" dirty="0">
                <a:solidFill>
                  <a:srgbClr val="B0C6D1"/>
                </a:solidFill>
                <a:latin typeface="Inter" pitchFamily="34" charset="0"/>
                <a:ea typeface="Inter" pitchFamily="34" charset="-122"/>
                <a:cs typeface="Inter" pitchFamily="34" charset="-120"/>
              </a:rPr>
              <a:t>Reconstruct the recovered text — and nothing else.</a:t>
            </a:r>
            <a:endParaRPr lang="en-US" sz="1500" dirty="0"/>
          </a:p>
        </p:txBody>
      </p:sp>
      <p:sp>
        <p:nvSpPr>
          <p:cNvPr id="30" name="Shape 28"/>
          <p:cNvSpPr/>
          <p:nvPr/>
        </p:nvSpPr>
        <p:spPr>
          <a:xfrm>
            <a:off x="612648" y="1865376"/>
            <a:ext cx="10972800" cy="914"/>
          </a:xfrm>
          <a:prstGeom prst="line">
            <a:avLst/>
          </a:prstGeom>
          <a:noFill/>
          <a:ln w="12700">
            <a:solidFill>
              <a:srgbClr val="28506A"/>
            </a:solidFill>
            <a:prstDash val="solid"/>
          </a:ln>
        </p:spPr>
      </p:sp>
      <p:sp>
        <p:nvSpPr>
          <p:cNvPr id="31" name="Shape 29"/>
          <p:cNvSpPr/>
          <p:nvPr/>
        </p:nvSpPr>
        <p:spPr>
          <a:xfrm>
            <a:off x="612648" y="6510528"/>
            <a:ext cx="10972800" cy="914"/>
          </a:xfrm>
          <a:prstGeom prst="line">
            <a:avLst/>
          </a:prstGeom>
          <a:noFill/>
          <a:ln w="10160">
            <a:solidFill>
              <a:srgbClr val="28506A"/>
            </a:solidFill>
            <a:prstDash val="solid"/>
          </a:ln>
        </p:spPr>
      </p:sp>
      <p:sp>
        <p:nvSpPr>
          <p:cNvPr id="32" name="Text 30"/>
          <p:cNvSpPr/>
          <p:nvPr/>
        </p:nvSpPr>
        <p:spPr>
          <a:xfrm>
            <a:off x="630936" y="6556248"/>
            <a:ext cx="7315200" cy="173736"/>
          </a:xfrm>
          <a:prstGeom prst="rect">
            <a:avLst/>
          </a:prstGeom>
          <a:noFill/>
          <a:ln/>
        </p:spPr>
        <p:txBody>
          <a:bodyPr wrap="square" lIns="0" tIns="0" rIns="0" bIns="0" rtlCol="0" anchor="ctr">
            <a:normAutofit/>
          </a:bodyPr>
          <a:lstStyle/>
          <a:p>
            <a:pPr marL="0" indent="0">
              <a:buNone/>
            </a:pPr>
            <a:r>
              <a:rPr lang="en-US" sz="800" b="1" kern="0" spc="150" dirty="0">
                <a:solidFill>
                  <a:srgbClr val="7F9FB0"/>
                </a:solidFill>
                <a:latin typeface="Inter" pitchFamily="34" charset="0"/>
                <a:ea typeface="Inter" pitchFamily="34" charset="-122"/>
                <a:cs typeface="Inter" pitchFamily="34" charset="-120"/>
              </a:rPr>
              <a:t>C3  //  THE LAST TRANSMISSION  //  ACT I</a:t>
            </a:r>
            <a:endParaRPr lang="en-US" sz="800" dirty="0"/>
          </a:p>
        </p:txBody>
      </p:sp>
      <p:sp>
        <p:nvSpPr>
          <p:cNvPr id="33" name="Text 31"/>
          <p:cNvSpPr/>
          <p:nvPr/>
        </p:nvSpPr>
        <p:spPr>
          <a:xfrm>
            <a:off x="10972800" y="6556248"/>
            <a:ext cx="530352" cy="173736"/>
          </a:xfrm>
          <a:prstGeom prst="rect">
            <a:avLst/>
          </a:prstGeom>
          <a:noFill/>
          <a:ln/>
        </p:spPr>
        <p:txBody>
          <a:bodyPr wrap="square" lIns="0" tIns="0" rIns="0" bIns="0" rtlCol="0" anchor="ctr">
            <a:normAutofit/>
          </a:bodyPr>
          <a:lstStyle/>
          <a:p>
            <a:pPr marL="0" indent="0" algn="r">
              <a:buNone/>
            </a:pPr>
            <a:r>
              <a:rPr lang="en-US" sz="800" b="1" dirty="0">
                <a:solidFill>
                  <a:srgbClr val="7F9FB0"/>
                </a:solidFill>
                <a:latin typeface="Inter" pitchFamily="34" charset="0"/>
                <a:ea typeface="Inter" pitchFamily="34" charset="-122"/>
                <a:cs typeface="Inter" pitchFamily="34" charset="-120"/>
              </a:rPr>
              <a:t>08</a:t>
            </a:r>
            <a:endParaRPr lang="en-US" sz="800" dirty="0"/>
          </a:p>
        </p:txBody>
      </p:sp>
      <p:sp>
        <p:nvSpPr>
          <p:cNvPr id="34" name="Shape 32"/>
          <p:cNvSpPr/>
          <p:nvPr/>
        </p:nvSpPr>
        <p:spPr>
          <a:xfrm>
            <a:off x="685800" y="2276856"/>
            <a:ext cx="2596896" cy="1527048"/>
          </a:xfrm>
          <a:prstGeom prst="roundRect">
            <a:avLst>
              <a:gd name="adj" fmla="val 4790"/>
            </a:avLst>
          </a:prstGeom>
          <a:solidFill>
            <a:srgbClr val="0B1C2D">
              <a:alpha val="95000"/>
            </a:srgbClr>
          </a:solidFill>
          <a:ln w="10160">
            <a:solidFill>
              <a:srgbClr val="55BFE9">
                <a:alpha val="76000"/>
              </a:srgbClr>
            </a:solidFill>
            <a:prstDash val="solid"/>
          </a:ln>
        </p:spPr>
      </p:sp>
      <p:sp>
        <p:nvSpPr>
          <p:cNvPr id="35" name="Text 33"/>
          <p:cNvSpPr/>
          <p:nvPr/>
        </p:nvSpPr>
        <p:spPr>
          <a:xfrm>
            <a:off x="859536" y="2551176"/>
            <a:ext cx="2267712" cy="356616"/>
          </a:xfrm>
          <a:prstGeom prst="rect">
            <a:avLst/>
          </a:prstGeom>
          <a:noFill/>
          <a:ln/>
        </p:spPr>
        <p:txBody>
          <a:bodyPr wrap="square" lIns="0" tIns="0" rIns="0" bIns="0" rtlCol="0" anchor="ctr">
            <a:normAutofit/>
          </a:bodyPr>
          <a:lstStyle/>
          <a:p>
            <a:pPr marL="0" indent="0" algn="ctr">
              <a:buNone/>
            </a:pPr>
            <a:r>
              <a:rPr lang="en-US" sz="1800" b="1" dirty="0">
                <a:solidFill>
                  <a:srgbClr val="5DE4E2"/>
                </a:solidFill>
                <a:latin typeface="Inter" pitchFamily="34" charset="0"/>
                <a:ea typeface="Inter" pitchFamily="34" charset="-122"/>
                <a:cs typeface="Inter" pitchFamily="34" charset="-120"/>
              </a:rPr>
              <a:t>RAW LINES</a:t>
            </a:r>
            <a:endParaRPr lang="en-US" sz="1800" dirty="0"/>
          </a:p>
        </p:txBody>
      </p:sp>
      <p:sp>
        <p:nvSpPr>
          <p:cNvPr id="36" name="Text 34"/>
          <p:cNvSpPr/>
          <p:nvPr/>
        </p:nvSpPr>
        <p:spPr>
          <a:xfrm>
            <a:off x="850392" y="3072384"/>
            <a:ext cx="2267712" cy="420624"/>
          </a:xfrm>
          <a:prstGeom prst="rect">
            <a:avLst/>
          </a:prstGeom>
          <a:noFill/>
          <a:ln/>
        </p:spPr>
        <p:txBody>
          <a:bodyPr wrap="square" lIns="0" tIns="0" rIns="0" bIns="0" rtlCol="0" anchor="ctr">
            <a:normAutofit/>
          </a:bodyPr>
          <a:lstStyle/>
          <a:p>
            <a:pPr marL="0" indent="0" algn="ctr">
              <a:buNone/>
            </a:pPr>
            <a:r>
              <a:rPr lang="en-US" sz="1400" dirty="0">
                <a:solidFill>
                  <a:srgbClr val="F0F8FC"/>
                </a:solidFill>
                <a:latin typeface="Inter" pitchFamily="34" charset="0"/>
                <a:ea typeface="Inter" pitchFamily="34" charset="-122"/>
                <a:cs typeface="Inter" pitchFamily="34" charset="-120"/>
              </a:rPr>
              <a:t>Collection of strings</a:t>
            </a:r>
            <a:endParaRPr lang="en-US" sz="1400" dirty="0"/>
          </a:p>
        </p:txBody>
      </p:sp>
      <p:sp>
        <p:nvSpPr>
          <p:cNvPr id="37" name="Text 35"/>
          <p:cNvSpPr/>
          <p:nvPr/>
        </p:nvSpPr>
        <p:spPr>
          <a:xfrm>
            <a:off x="3310128" y="2788920"/>
            <a:ext cx="320040" cy="329184"/>
          </a:xfrm>
          <a:prstGeom prst="rect">
            <a:avLst/>
          </a:prstGeom>
          <a:noFill/>
          <a:ln/>
        </p:spPr>
        <p:txBody>
          <a:bodyPr wrap="square" lIns="0" tIns="0" rIns="0" bIns="0" rtlCol="0" anchor="ctr">
            <a:normAutofit lnSpcReduction="10000"/>
          </a:bodyPr>
          <a:lstStyle/>
          <a:p>
            <a:pPr marL="0" indent="0" algn="ctr">
              <a:buNone/>
            </a:pPr>
            <a:r>
              <a:rPr lang="en-US" sz="2400" b="1" dirty="0">
                <a:solidFill>
                  <a:srgbClr val="5DE4E2"/>
                </a:solidFill>
                <a:latin typeface="Inter" pitchFamily="34" charset="0"/>
                <a:ea typeface="Inter" pitchFamily="34" charset="-122"/>
                <a:cs typeface="Inter" pitchFamily="34" charset="-120"/>
              </a:rPr>
              <a:t>→</a:t>
            </a:r>
            <a:endParaRPr lang="en-US" sz="2400" dirty="0"/>
          </a:p>
        </p:txBody>
      </p:sp>
      <p:sp>
        <p:nvSpPr>
          <p:cNvPr id="38" name="Shape 36"/>
          <p:cNvSpPr/>
          <p:nvPr/>
        </p:nvSpPr>
        <p:spPr>
          <a:xfrm>
            <a:off x="3593592" y="2276856"/>
            <a:ext cx="2596896" cy="1527048"/>
          </a:xfrm>
          <a:prstGeom prst="roundRect">
            <a:avLst>
              <a:gd name="adj" fmla="val 4790"/>
            </a:avLst>
          </a:prstGeom>
          <a:solidFill>
            <a:srgbClr val="0B1C2D">
              <a:alpha val="95000"/>
            </a:srgbClr>
          </a:solidFill>
          <a:ln w="10160">
            <a:solidFill>
              <a:srgbClr val="55BFE9">
                <a:alpha val="76000"/>
              </a:srgbClr>
            </a:solidFill>
            <a:prstDash val="solid"/>
          </a:ln>
        </p:spPr>
      </p:sp>
      <p:sp>
        <p:nvSpPr>
          <p:cNvPr id="39" name="Text 37"/>
          <p:cNvSpPr/>
          <p:nvPr/>
        </p:nvSpPr>
        <p:spPr>
          <a:xfrm>
            <a:off x="3767328" y="2551176"/>
            <a:ext cx="2267712" cy="356616"/>
          </a:xfrm>
          <a:prstGeom prst="rect">
            <a:avLst/>
          </a:prstGeom>
          <a:noFill/>
          <a:ln/>
        </p:spPr>
        <p:txBody>
          <a:bodyPr wrap="square" lIns="0" tIns="0" rIns="0" bIns="0" rtlCol="0" anchor="ctr">
            <a:normAutofit/>
          </a:bodyPr>
          <a:lstStyle/>
          <a:p>
            <a:pPr marL="0" indent="0" algn="ctr">
              <a:buNone/>
            </a:pPr>
            <a:r>
              <a:rPr lang="en-US" sz="1800" b="1" dirty="0">
                <a:solidFill>
                  <a:srgbClr val="5DE4E2"/>
                </a:solidFill>
                <a:latin typeface="Inter" pitchFamily="34" charset="0"/>
                <a:ea typeface="Inter" pitchFamily="34" charset="-122"/>
                <a:cs typeface="Inter" pitchFamily="34" charset="-120"/>
              </a:rPr>
              <a:t>EXTRACT</a:t>
            </a:r>
            <a:endParaRPr lang="en-US" sz="1800" dirty="0"/>
          </a:p>
        </p:txBody>
      </p:sp>
      <p:sp>
        <p:nvSpPr>
          <p:cNvPr id="40" name="Text 38"/>
          <p:cNvSpPr/>
          <p:nvPr/>
        </p:nvSpPr>
        <p:spPr>
          <a:xfrm>
            <a:off x="3758184" y="3072384"/>
            <a:ext cx="2267712" cy="420624"/>
          </a:xfrm>
          <a:prstGeom prst="rect">
            <a:avLst/>
          </a:prstGeom>
          <a:noFill/>
          <a:ln/>
        </p:spPr>
        <p:txBody>
          <a:bodyPr wrap="square" lIns="0" tIns="0" rIns="0" bIns="0" rtlCol="0" anchor="ctr">
            <a:normAutofit/>
          </a:bodyPr>
          <a:lstStyle/>
          <a:p>
            <a:pPr marL="0" indent="0" algn="ctr">
              <a:buNone/>
            </a:pPr>
            <a:r>
              <a:rPr lang="en-US" sz="1400" dirty="0">
                <a:solidFill>
                  <a:srgbClr val="F0F8FC"/>
                </a:solidFill>
                <a:latin typeface="Inter" pitchFamily="34" charset="0"/>
                <a:ea typeface="Inter" pitchFamily="34" charset="-122"/>
                <a:cs typeface="Inter" pitchFamily="34" charset="-120"/>
              </a:rPr>
              <a:t>Field 5 from each line</a:t>
            </a:r>
            <a:endParaRPr lang="en-US" sz="1400" dirty="0"/>
          </a:p>
        </p:txBody>
      </p:sp>
      <p:sp>
        <p:nvSpPr>
          <p:cNvPr id="41" name="Text 39"/>
          <p:cNvSpPr/>
          <p:nvPr/>
        </p:nvSpPr>
        <p:spPr>
          <a:xfrm>
            <a:off x="6217920" y="2788920"/>
            <a:ext cx="320040" cy="329184"/>
          </a:xfrm>
          <a:prstGeom prst="rect">
            <a:avLst/>
          </a:prstGeom>
          <a:noFill/>
          <a:ln/>
        </p:spPr>
        <p:txBody>
          <a:bodyPr wrap="square" lIns="0" tIns="0" rIns="0" bIns="0" rtlCol="0" anchor="ctr">
            <a:normAutofit lnSpcReduction="10000"/>
          </a:bodyPr>
          <a:lstStyle/>
          <a:p>
            <a:pPr marL="0" indent="0" algn="ctr">
              <a:buNone/>
            </a:pPr>
            <a:r>
              <a:rPr lang="en-US" sz="2400" b="1" dirty="0">
                <a:solidFill>
                  <a:srgbClr val="5DE4E2"/>
                </a:solidFill>
                <a:latin typeface="Inter" pitchFamily="34" charset="0"/>
                <a:ea typeface="Inter" pitchFamily="34" charset="-122"/>
                <a:cs typeface="Inter" pitchFamily="34" charset="-120"/>
              </a:rPr>
              <a:t>→</a:t>
            </a:r>
            <a:endParaRPr lang="en-US" sz="2400" dirty="0"/>
          </a:p>
        </p:txBody>
      </p:sp>
      <p:sp>
        <p:nvSpPr>
          <p:cNvPr id="42" name="Shape 40"/>
          <p:cNvSpPr/>
          <p:nvPr/>
        </p:nvSpPr>
        <p:spPr>
          <a:xfrm>
            <a:off x="6501384" y="2276856"/>
            <a:ext cx="2596896" cy="1527048"/>
          </a:xfrm>
          <a:prstGeom prst="roundRect">
            <a:avLst>
              <a:gd name="adj" fmla="val 4790"/>
            </a:avLst>
          </a:prstGeom>
          <a:solidFill>
            <a:srgbClr val="0B1C2D">
              <a:alpha val="95000"/>
            </a:srgbClr>
          </a:solidFill>
          <a:ln w="10160">
            <a:solidFill>
              <a:srgbClr val="55BFE9">
                <a:alpha val="76000"/>
              </a:srgbClr>
            </a:solidFill>
            <a:prstDash val="solid"/>
          </a:ln>
        </p:spPr>
      </p:sp>
      <p:sp>
        <p:nvSpPr>
          <p:cNvPr id="43" name="Text 41"/>
          <p:cNvSpPr/>
          <p:nvPr/>
        </p:nvSpPr>
        <p:spPr>
          <a:xfrm>
            <a:off x="6675120" y="2551176"/>
            <a:ext cx="2267712" cy="356616"/>
          </a:xfrm>
          <a:prstGeom prst="rect">
            <a:avLst/>
          </a:prstGeom>
          <a:noFill/>
          <a:ln/>
        </p:spPr>
        <p:txBody>
          <a:bodyPr wrap="square" lIns="0" tIns="0" rIns="0" bIns="0" rtlCol="0" anchor="ctr">
            <a:normAutofit/>
          </a:bodyPr>
          <a:lstStyle/>
          <a:p>
            <a:pPr marL="0" indent="0" algn="ctr">
              <a:buNone/>
            </a:pPr>
            <a:r>
              <a:rPr lang="en-US" sz="1800" b="1" dirty="0">
                <a:solidFill>
                  <a:srgbClr val="5DE4E2"/>
                </a:solidFill>
                <a:latin typeface="Inter" pitchFamily="34" charset="0"/>
                <a:ea typeface="Inter" pitchFamily="34" charset="-122"/>
                <a:cs typeface="Inter" pitchFamily="34" charset="-120"/>
              </a:rPr>
              <a:t>COMBINE</a:t>
            </a:r>
            <a:endParaRPr lang="en-US" sz="1800" dirty="0"/>
          </a:p>
        </p:txBody>
      </p:sp>
      <p:sp>
        <p:nvSpPr>
          <p:cNvPr id="44" name="Text 42"/>
          <p:cNvSpPr/>
          <p:nvPr/>
        </p:nvSpPr>
        <p:spPr>
          <a:xfrm>
            <a:off x="6665976" y="3072384"/>
            <a:ext cx="2267712" cy="420624"/>
          </a:xfrm>
          <a:prstGeom prst="rect">
            <a:avLst/>
          </a:prstGeom>
          <a:noFill/>
          <a:ln/>
        </p:spPr>
        <p:txBody>
          <a:bodyPr wrap="square" lIns="0" tIns="0" rIns="0" bIns="0" rtlCol="0" anchor="ctr">
            <a:normAutofit/>
          </a:bodyPr>
          <a:lstStyle/>
          <a:p>
            <a:pPr marL="0" indent="0" algn="ctr">
              <a:buNone/>
            </a:pPr>
            <a:r>
              <a:rPr lang="en-US" sz="1400" dirty="0">
                <a:solidFill>
                  <a:srgbClr val="F0F8FC"/>
                </a:solidFill>
                <a:latin typeface="Inter" pitchFamily="34" charset="0"/>
                <a:ea typeface="Inter" pitchFamily="34" charset="-122"/>
                <a:cs typeface="Inter" pitchFamily="34" charset="-120"/>
              </a:rPr>
              <a:t>Single spaces, in order</a:t>
            </a:r>
            <a:endParaRPr lang="en-US" sz="1400" dirty="0"/>
          </a:p>
        </p:txBody>
      </p:sp>
      <p:sp>
        <p:nvSpPr>
          <p:cNvPr id="45" name="Text 43"/>
          <p:cNvSpPr/>
          <p:nvPr/>
        </p:nvSpPr>
        <p:spPr>
          <a:xfrm>
            <a:off x="9125712" y="2788920"/>
            <a:ext cx="320040" cy="329184"/>
          </a:xfrm>
          <a:prstGeom prst="rect">
            <a:avLst/>
          </a:prstGeom>
          <a:noFill/>
          <a:ln/>
        </p:spPr>
        <p:txBody>
          <a:bodyPr wrap="square" lIns="0" tIns="0" rIns="0" bIns="0" rtlCol="0" anchor="ctr">
            <a:normAutofit lnSpcReduction="10000"/>
          </a:bodyPr>
          <a:lstStyle/>
          <a:p>
            <a:pPr marL="0" indent="0" algn="ctr">
              <a:buNone/>
            </a:pPr>
            <a:r>
              <a:rPr lang="en-US" sz="2400" b="1" dirty="0">
                <a:solidFill>
                  <a:srgbClr val="5DE4E2"/>
                </a:solidFill>
                <a:latin typeface="Inter" pitchFamily="34" charset="0"/>
                <a:ea typeface="Inter" pitchFamily="34" charset="-122"/>
                <a:cs typeface="Inter" pitchFamily="34" charset="-120"/>
              </a:rPr>
              <a:t>→</a:t>
            </a:r>
            <a:endParaRPr lang="en-US" sz="2400" dirty="0"/>
          </a:p>
        </p:txBody>
      </p:sp>
      <p:sp>
        <p:nvSpPr>
          <p:cNvPr id="46" name="Shape 44"/>
          <p:cNvSpPr/>
          <p:nvPr/>
        </p:nvSpPr>
        <p:spPr>
          <a:xfrm>
            <a:off x="9409176" y="2276856"/>
            <a:ext cx="2596896" cy="1527048"/>
          </a:xfrm>
          <a:prstGeom prst="roundRect">
            <a:avLst>
              <a:gd name="adj" fmla="val 4790"/>
            </a:avLst>
          </a:prstGeom>
          <a:solidFill>
            <a:srgbClr val="0B1C2D">
              <a:alpha val="95000"/>
            </a:srgbClr>
          </a:solidFill>
          <a:ln w="10160">
            <a:solidFill>
              <a:srgbClr val="FFC26E">
                <a:alpha val="76000"/>
              </a:srgbClr>
            </a:solidFill>
            <a:prstDash val="solid"/>
          </a:ln>
        </p:spPr>
      </p:sp>
      <p:sp>
        <p:nvSpPr>
          <p:cNvPr id="47" name="Text 45"/>
          <p:cNvSpPr/>
          <p:nvPr/>
        </p:nvSpPr>
        <p:spPr>
          <a:xfrm>
            <a:off x="9582912" y="2551176"/>
            <a:ext cx="2267712" cy="356616"/>
          </a:xfrm>
          <a:prstGeom prst="rect">
            <a:avLst/>
          </a:prstGeom>
          <a:noFill/>
          <a:ln/>
        </p:spPr>
        <p:txBody>
          <a:bodyPr wrap="square" lIns="0" tIns="0" rIns="0" bIns="0" rtlCol="0" anchor="ctr">
            <a:normAutofit/>
          </a:bodyPr>
          <a:lstStyle/>
          <a:p>
            <a:pPr marL="0" indent="0" algn="ctr">
              <a:buNone/>
            </a:pPr>
            <a:r>
              <a:rPr lang="en-US" sz="1800" b="1" dirty="0">
                <a:solidFill>
                  <a:srgbClr val="FFC26E"/>
                </a:solidFill>
                <a:latin typeface="Inter" pitchFamily="34" charset="0"/>
                <a:ea typeface="Inter" pitchFamily="34" charset="-122"/>
                <a:cs typeface="Inter" pitchFamily="34" charset="-120"/>
              </a:rPr>
              <a:t>RETURN</a:t>
            </a:r>
            <a:endParaRPr lang="en-US" sz="1800" dirty="0"/>
          </a:p>
        </p:txBody>
      </p:sp>
      <p:sp>
        <p:nvSpPr>
          <p:cNvPr id="48" name="Text 46"/>
          <p:cNvSpPr/>
          <p:nvPr/>
        </p:nvSpPr>
        <p:spPr>
          <a:xfrm>
            <a:off x="9573768" y="3072384"/>
            <a:ext cx="2267712" cy="420624"/>
          </a:xfrm>
          <a:prstGeom prst="rect">
            <a:avLst/>
          </a:prstGeom>
          <a:noFill/>
          <a:ln/>
        </p:spPr>
        <p:txBody>
          <a:bodyPr wrap="square" lIns="0" tIns="0" rIns="0" bIns="0" rtlCol="0" anchor="ctr">
            <a:normAutofit/>
          </a:bodyPr>
          <a:lstStyle/>
          <a:p>
            <a:pPr marL="0" indent="0" algn="ctr">
              <a:buNone/>
            </a:pPr>
            <a:r>
              <a:rPr lang="en-US" sz="1400" dirty="0">
                <a:solidFill>
                  <a:srgbClr val="F0F8FC"/>
                </a:solidFill>
                <a:latin typeface="Inter" pitchFamily="34" charset="0"/>
                <a:ea typeface="Inter" pitchFamily="34" charset="-122"/>
                <a:cs typeface="Inter" pitchFamily="34" charset="-120"/>
              </a:rPr>
              <a:t>One string</a:t>
            </a:r>
            <a:endParaRPr lang="en-US" sz="1400" dirty="0"/>
          </a:p>
        </p:txBody>
      </p:sp>
      <p:sp>
        <p:nvSpPr>
          <p:cNvPr id="49" name="Shape 47"/>
          <p:cNvSpPr/>
          <p:nvPr/>
        </p:nvSpPr>
        <p:spPr>
          <a:xfrm>
            <a:off x="1828800" y="4443984"/>
            <a:ext cx="8522208" cy="795528"/>
          </a:xfrm>
          <a:prstGeom prst="roundRect">
            <a:avLst>
              <a:gd name="adj" fmla="val 9195"/>
            </a:avLst>
          </a:prstGeom>
          <a:solidFill>
            <a:srgbClr val="092A32">
              <a:alpha val="95000"/>
            </a:srgbClr>
          </a:solidFill>
          <a:ln w="10160">
            <a:solidFill>
              <a:srgbClr val="70E3B1">
                <a:alpha val="76000"/>
              </a:srgbClr>
            </a:solidFill>
            <a:prstDash val="solid"/>
          </a:ln>
        </p:spPr>
      </p:sp>
      <p:sp>
        <p:nvSpPr>
          <p:cNvPr id="50" name="Text 48"/>
          <p:cNvSpPr/>
          <p:nvPr/>
        </p:nvSpPr>
        <p:spPr>
          <a:xfrm>
            <a:off x="2167128" y="4626864"/>
            <a:ext cx="841248" cy="310896"/>
          </a:xfrm>
          <a:prstGeom prst="rect">
            <a:avLst/>
          </a:prstGeom>
          <a:noFill/>
          <a:ln/>
        </p:spPr>
        <p:txBody>
          <a:bodyPr wrap="square" lIns="0" tIns="0" rIns="0" bIns="0" rtlCol="0" anchor="ctr">
            <a:normAutofit/>
          </a:bodyPr>
          <a:lstStyle/>
          <a:p>
            <a:pPr marL="0" indent="0">
              <a:buNone/>
            </a:pPr>
            <a:r>
              <a:rPr lang="en-US" sz="1900" b="1" dirty="0">
                <a:solidFill>
                  <a:srgbClr val="70E3B1"/>
                </a:solidFill>
                <a:latin typeface="DejaVu Sans Mono" pitchFamily="34" charset="0"/>
                <a:ea typeface="DejaVu Sans Mono" pitchFamily="34" charset="-122"/>
                <a:cs typeface="DejaVu Sans Mono" pitchFamily="34" charset="-120"/>
              </a:rPr>
              <a:t>[]</a:t>
            </a:r>
            <a:endParaRPr lang="en-US" sz="1900" dirty="0"/>
          </a:p>
        </p:txBody>
      </p:sp>
      <p:sp>
        <p:nvSpPr>
          <p:cNvPr id="51" name="Text 49"/>
          <p:cNvSpPr/>
          <p:nvPr/>
        </p:nvSpPr>
        <p:spPr>
          <a:xfrm>
            <a:off x="3273552" y="4626864"/>
            <a:ext cx="1901952" cy="320040"/>
          </a:xfrm>
          <a:prstGeom prst="rect">
            <a:avLst/>
          </a:prstGeom>
          <a:noFill/>
          <a:ln/>
        </p:spPr>
        <p:txBody>
          <a:bodyPr wrap="square" lIns="0" tIns="0" rIns="0" bIns="0" rtlCol="0" anchor="ctr">
            <a:normAutofit/>
          </a:bodyPr>
          <a:lstStyle/>
          <a:p>
            <a:pPr marL="0" indent="0">
              <a:buNone/>
            </a:pPr>
            <a:r>
              <a:rPr lang="en-US" sz="1700" dirty="0">
                <a:solidFill>
                  <a:srgbClr val="B0C6D1"/>
                </a:solidFill>
                <a:latin typeface="Inter" pitchFamily="34" charset="0"/>
                <a:ea typeface="Inter" pitchFamily="34" charset="-122"/>
                <a:cs typeface="Inter" pitchFamily="34" charset="-120"/>
              </a:rPr>
              <a:t>produces</a:t>
            </a:r>
            <a:endParaRPr lang="en-US" sz="1700" dirty="0"/>
          </a:p>
        </p:txBody>
      </p:sp>
      <p:sp>
        <p:nvSpPr>
          <p:cNvPr id="52" name="Text 50"/>
          <p:cNvSpPr/>
          <p:nvPr/>
        </p:nvSpPr>
        <p:spPr>
          <a:xfrm>
            <a:off x="5504688" y="4599432"/>
            <a:ext cx="1005840" cy="320040"/>
          </a:xfrm>
          <a:prstGeom prst="rect">
            <a:avLst/>
          </a:prstGeom>
          <a:noFill/>
          <a:ln/>
        </p:spPr>
        <p:txBody>
          <a:bodyPr wrap="square" lIns="0" tIns="0" rIns="0" bIns="0" rtlCol="0" anchor="ctr">
            <a:normAutofit lnSpcReduction="10000"/>
          </a:bodyPr>
          <a:lstStyle/>
          <a:p>
            <a:pPr marL="0" indent="0">
              <a:buNone/>
            </a:pPr>
            <a:r>
              <a:rPr lang="en-US" sz="2200" b="1" dirty="0">
                <a:solidFill>
                  <a:srgbClr val="70E3B1"/>
                </a:solidFill>
                <a:latin typeface="DejaVu Sans Mono" pitchFamily="34" charset="0"/>
                <a:ea typeface="DejaVu Sans Mono" pitchFamily="34" charset="-122"/>
                <a:cs typeface="DejaVu Sans Mono" pitchFamily="34" charset="-120"/>
              </a:rPr>
              <a:t>""</a:t>
            </a:r>
            <a:endParaRPr lang="en-US" sz="2200" dirty="0"/>
          </a:p>
        </p:txBody>
      </p:sp>
      <p:sp>
        <p:nvSpPr>
          <p:cNvPr id="53" name="Text 51"/>
          <p:cNvSpPr/>
          <p:nvPr/>
        </p:nvSpPr>
        <p:spPr>
          <a:xfrm>
            <a:off x="6611112" y="4626864"/>
            <a:ext cx="3200400" cy="310896"/>
          </a:xfrm>
          <a:prstGeom prst="rect">
            <a:avLst/>
          </a:prstGeom>
          <a:noFill/>
          <a:ln/>
        </p:spPr>
        <p:txBody>
          <a:bodyPr wrap="square" lIns="0" tIns="0" rIns="0" bIns="0" rtlCol="0" anchor="ctr">
            <a:normAutofit/>
          </a:bodyPr>
          <a:lstStyle/>
          <a:p>
            <a:pPr marL="0" indent="0">
              <a:buNone/>
            </a:pPr>
            <a:r>
              <a:rPr lang="en-US" sz="1500" dirty="0">
                <a:solidFill>
                  <a:srgbClr val="B0C6D1"/>
                </a:solidFill>
                <a:latin typeface="Inter" pitchFamily="34" charset="0"/>
                <a:ea typeface="Inter" pitchFamily="34" charset="-122"/>
                <a:cs typeface="Inter" pitchFamily="34" charset="-120"/>
              </a:rPr>
              <a:t>(an empty string)</a:t>
            </a:r>
            <a:endParaRPr lang="en-US" sz="1500" dirty="0"/>
          </a:p>
        </p:txBody>
      </p:sp>
      <p:sp>
        <p:nvSpPr>
          <p:cNvPr id="54" name="Text 52"/>
          <p:cNvSpPr/>
          <p:nvPr/>
        </p:nvSpPr>
        <p:spPr>
          <a:xfrm>
            <a:off x="2002536" y="5650992"/>
            <a:ext cx="8503920" cy="338328"/>
          </a:xfrm>
          <a:prstGeom prst="rect">
            <a:avLst/>
          </a:prstGeom>
          <a:noFill/>
          <a:ln/>
        </p:spPr>
        <p:txBody>
          <a:bodyPr wrap="square" lIns="0" tIns="0" rIns="0" bIns="0" rtlCol="0" anchor="ctr">
            <a:normAutofit/>
          </a:bodyPr>
          <a:lstStyle/>
          <a:p>
            <a:pPr marL="0" indent="0" algn="ctr">
              <a:buNone/>
            </a:pPr>
            <a:r>
              <a:rPr lang="en-US" sz="1700" dirty="0">
                <a:solidFill>
                  <a:srgbClr val="B0C6D1"/>
                </a:solidFill>
                <a:latin typeface="Inter" pitchFamily="34" charset="0"/>
                <a:ea typeface="Inter" pitchFamily="34" charset="-122"/>
                <a:cs typeface="Inter" pitchFamily="34" charset="-120"/>
              </a:rPr>
              <a:t>You choose the API, class names, and design.</a:t>
            </a:r>
            <a:endParaRPr lang="en-US" sz="1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8860103" y="3256108"/>
            <a:ext cx="15778" cy="15778"/>
          </a:xfrm>
          <a:prstGeom prst="ellipse">
            <a:avLst/>
          </a:prstGeom>
          <a:solidFill>
            <a:srgbClr val="5DE4E2">
              <a:alpha val="55000"/>
            </a:srgbClr>
          </a:solidFill>
          <a:ln w="12700">
            <a:solidFill>
              <a:srgbClr val="071321">
                <a:alpha val="0"/>
              </a:srgbClr>
            </a:solidFill>
            <a:prstDash val="solid"/>
          </a:ln>
        </p:spPr>
      </p:sp>
      <p:sp>
        <p:nvSpPr>
          <p:cNvPr id="3" name="Shape 1"/>
          <p:cNvSpPr/>
          <p:nvPr/>
        </p:nvSpPr>
        <p:spPr>
          <a:xfrm>
            <a:off x="5049804" y="6174425"/>
            <a:ext cx="9774" cy="9774"/>
          </a:xfrm>
          <a:prstGeom prst="ellipse">
            <a:avLst/>
          </a:prstGeom>
          <a:solidFill>
            <a:srgbClr val="D3E2ED">
              <a:alpha val="30000"/>
            </a:srgbClr>
          </a:solidFill>
          <a:ln w="12700">
            <a:solidFill>
              <a:srgbClr val="071321">
                <a:alpha val="0"/>
              </a:srgbClr>
            </a:solidFill>
            <a:prstDash val="solid"/>
          </a:ln>
        </p:spPr>
      </p:sp>
      <p:sp>
        <p:nvSpPr>
          <p:cNvPr id="4" name="Shape 2"/>
          <p:cNvSpPr/>
          <p:nvPr/>
        </p:nvSpPr>
        <p:spPr>
          <a:xfrm>
            <a:off x="5834052" y="5678403"/>
            <a:ext cx="14601" cy="14601"/>
          </a:xfrm>
          <a:prstGeom prst="ellipse">
            <a:avLst/>
          </a:prstGeom>
          <a:solidFill>
            <a:srgbClr val="D3E2ED">
              <a:alpha val="30000"/>
            </a:srgbClr>
          </a:solidFill>
          <a:ln w="12700">
            <a:solidFill>
              <a:srgbClr val="071321">
                <a:alpha val="0"/>
              </a:srgbClr>
            </a:solidFill>
            <a:prstDash val="solid"/>
          </a:ln>
        </p:spPr>
      </p:sp>
      <p:sp>
        <p:nvSpPr>
          <p:cNvPr id="5" name="Shape 3"/>
          <p:cNvSpPr/>
          <p:nvPr/>
        </p:nvSpPr>
        <p:spPr>
          <a:xfrm>
            <a:off x="568693" y="5164656"/>
            <a:ext cx="13358" cy="13358"/>
          </a:xfrm>
          <a:prstGeom prst="ellipse">
            <a:avLst/>
          </a:prstGeom>
          <a:solidFill>
            <a:srgbClr val="D3E2ED">
              <a:alpha val="30000"/>
            </a:srgbClr>
          </a:solidFill>
          <a:ln w="12700">
            <a:solidFill>
              <a:srgbClr val="071321">
                <a:alpha val="0"/>
              </a:srgbClr>
            </a:solidFill>
            <a:prstDash val="solid"/>
          </a:ln>
        </p:spPr>
      </p:sp>
      <p:sp>
        <p:nvSpPr>
          <p:cNvPr id="6" name="Shape 4"/>
          <p:cNvSpPr/>
          <p:nvPr/>
        </p:nvSpPr>
        <p:spPr>
          <a:xfrm>
            <a:off x="750408" y="6077892"/>
            <a:ext cx="17714" cy="17714"/>
          </a:xfrm>
          <a:prstGeom prst="ellipse">
            <a:avLst/>
          </a:prstGeom>
          <a:solidFill>
            <a:srgbClr val="D3E2ED">
              <a:alpha val="30000"/>
            </a:srgbClr>
          </a:solidFill>
          <a:ln w="12700">
            <a:solidFill>
              <a:srgbClr val="071321">
                <a:alpha val="0"/>
              </a:srgbClr>
            </a:solidFill>
            <a:prstDash val="solid"/>
          </a:ln>
        </p:spPr>
      </p:sp>
      <p:sp>
        <p:nvSpPr>
          <p:cNvPr id="7" name="Shape 5"/>
          <p:cNvSpPr/>
          <p:nvPr/>
        </p:nvSpPr>
        <p:spPr>
          <a:xfrm>
            <a:off x="8550678" y="5222246"/>
            <a:ext cx="7624" cy="7624"/>
          </a:xfrm>
          <a:prstGeom prst="ellipse">
            <a:avLst/>
          </a:prstGeom>
          <a:solidFill>
            <a:srgbClr val="D3E2ED">
              <a:alpha val="30000"/>
            </a:srgbClr>
          </a:solidFill>
          <a:ln w="12700">
            <a:solidFill>
              <a:srgbClr val="071321">
                <a:alpha val="0"/>
              </a:srgbClr>
            </a:solidFill>
            <a:prstDash val="solid"/>
          </a:ln>
        </p:spPr>
      </p:sp>
      <p:sp>
        <p:nvSpPr>
          <p:cNvPr id="8" name="Shape 6"/>
          <p:cNvSpPr/>
          <p:nvPr/>
        </p:nvSpPr>
        <p:spPr>
          <a:xfrm>
            <a:off x="6379527" y="746979"/>
            <a:ext cx="11061" cy="11061"/>
          </a:xfrm>
          <a:prstGeom prst="ellipse">
            <a:avLst/>
          </a:prstGeom>
          <a:solidFill>
            <a:srgbClr val="D3E2ED">
              <a:alpha val="30000"/>
            </a:srgbClr>
          </a:solidFill>
          <a:ln w="12700">
            <a:solidFill>
              <a:srgbClr val="071321">
                <a:alpha val="0"/>
              </a:srgbClr>
            </a:solidFill>
            <a:prstDash val="solid"/>
          </a:ln>
        </p:spPr>
      </p:sp>
      <p:sp>
        <p:nvSpPr>
          <p:cNvPr id="9" name="Shape 7"/>
          <p:cNvSpPr/>
          <p:nvPr/>
        </p:nvSpPr>
        <p:spPr>
          <a:xfrm>
            <a:off x="11330489" y="5781698"/>
            <a:ext cx="13892" cy="13892"/>
          </a:xfrm>
          <a:prstGeom prst="ellipse">
            <a:avLst/>
          </a:prstGeom>
          <a:solidFill>
            <a:srgbClr val="5DE4E2">
              <a:alpha val="55000"/>
            </a:srgbClr>
          </a:solidFill>
          <a:ln w="12700">
            <a:solidFill>
              <a:srgbClr val="071321">
                <a:alpha val="0"/>
              </a:srgbClr>
            </a:solidFill>
            <a:prstDash val="solid"/>
          </a:ln>
        </p:spPr>
      </p:sp>
      <p:sp>
        <p:nvSpPr>
          <p:cNvPr id="10" name="Shape 8"/>
          <p:cNvSpPr/>
          <p:nvPr/>
        </p:nvSpPr>
        <p:spPr>
          <a:xfrm>
            <a:off x="10901322" y="2099886"/>
            <a:ext cx="8681" cy="8681"/>
          </a:xfrm>
          <a:prstGeom prst="ellipse">
            <a:avLst/>
          </a:prstGeom>
          <a:solidFill>
            <a:srgbClr val="D3E2ED">
              <a:alpha val="30000"/>
            </a:srgbClr>
          </a:solidFill>
          <a:ln w="12700">
            <a:solidFill>
              <a:srgbClr val="071321">
                <a:alpha val="0"/>
              </a:srgbClr>
            </a:solidFill>
            <a:prstDash val="solid"/>
          </a:ln>
        </p:spPr>
      </p:sp>
      <p:sp>
        <p:nvSpPr>
          <p:cNvPr id="11" name="Shape 9"/>
          <p:cNvSpPr/>
          <p:nvPr/>
        </p:nvSpPr>
        <p:spPr>
          <a:xfrm>
            <a:off x="6473822" y="1460128"/>
            <a:ext cx="9522" cy="9522"/>
          </a:xfrm>
          <a:prstGeom prst="ellipse">
            <a:avLst/>
          </a:prstGeom>
          <a:solidFill>
            <a:srgbClr val="D3E2ED">
              <a:alpha val="30000"/>
            </a:srgbClr>
          </a:solidFill>
          <a:ln w="12700">
            <a:solidFill>
              <a:srgbClr val="071321">
                <a:alpha val="0"/>
              </a:srgbClr>
            </a:solidFill>
            <a:prstDash val="solid"/>
          </a:ln>
        </p:spPr>
      </p:sp>
      <p:sp>
        <p:nvSpPr>
          <p:cNvPr id="12" name="Shape 10"/>
          <p:cNvSpPr/>
          <p:nvPr/>
        </p:nvSpPr>
        <p:spPr>
          <a:xfrm>
            <a:off x="10644249" y="793659"/>
            <a:ext cx="12635" cy="12635"/>
          </a:xfrm>
          <a:prstGeom prst="ellipse">
            <a:avLst/>
          </a:prstGeom>
          <a:solidFill>
            <a:srgbClr val="D3E2ED">
              <a:alpha val="30000"/>
            </a:srgbClr>
          </a:solidFill>
          <a:ln w="12700">
            <a:solidFill>
              <a:srgbClr val="071321">
                <a:alpha val="0"/>
              </a:srgbClr>
            </a:solidFill>
            <a:prstDash val="solid"/>
          </a:ln>
        </p:spPr>
      </p:sp>
      <p:sp>
        <p:nvSpPr>
          <p:cNvPr id="13" name="Shape 11"/>
          <p:cNvSpPr/>
          <p:nvPr/>
        </p:nvSpPr>
        <p:spPr>
          <a:xfrm>
            <a:off x="8802913" y="1447115"/>
            <a:ext cx="8920" cy="8920"/>
          </a:xfrm>
          <a:prstGeom prst="ellipse">
            <a:avLst/>
          </a:prstGeom>
          <a:solidFill>
            <a:srgbClr val="D3E2ED">
              <a:alpha val="30000"/>
            </a:srgbClr>
          </a:solidFill>
          <a:ln w="12700">
            <a:solidFill>
              <a:srgbClr val="071321">
                <a:alpha val="0"/>
              </a:srgbClr>
            </a:solidFill>
            <a:prstDash val="solid"/>
          </a:ln>
        </p:spPr>
      </p:sp>
      <p:sp>
        <p:nvSpPr>
          <p:cNvPr id="14" name="Shape 12"/>
          <p:cNvSpPr/>
          <p:nvPr/>
        </p:nvSpPr>
        <p:spPr>
          <a:xfrm>
            <a:off x="10862027" y="1301873"/>
            <a:ext cx="12634" cy="12634"/>
          </a:xfrm>
          <a:prstGeom prst="ellipse">
            <a:avLst/>
          </a:prstGeom>
          <a:solidFill>
            <a:srgbClr val="D3E2ED">
              <a:alpha val="30000"/>
            </a:srgbClr>
          </a:solidFill>
          <a:ln w="12700">
            <a:solidFill>
              <a:srgbClr val="071321">
                <a:alpha val="0"/>
              </a:srgbClr>
            </a:solidFill>
            <a:prstDash val="solid"/>
          </a:ln>
        </p:spPr>
      </p:sp>
      <p:sp>
        <p:nvSpPr>
          <p:cNvPr id="15" name="Shape 13"/>
          <p:cNvSpPr/>
          <p:nvPr/>
        </p:nvSpPr>
        <p:spPr>
          <a:xfrm>
            <a:off x="330590" y="3475638"/>
            <a:ext cx="14615" cy="14615"/>
          </a:xfrm>
          <a:prstGeom prst="ellipse">
            <a:avLst/>
          </a:prstGeom>
          <a:solidFill>
            <a:srgbClr val="D3E2ED">
              <a:alpha val="30000"/>
            </a:srgbClr>
          </a:solidFill>
          <a:ln w="12700">
            <a:solidFill>
              <a:srgbClr val="071321">
                <a:alpha val="0"/>
              </a:srgbClr>
            </a:solidFill>
            <a:prstDash val="solid"/>
          </a:ln>
        </p:spPr>
      </p:sp>
      <p:sp>
        <p:nvSpPr>
          <p:cNvPr id="16" name="Shape 14"/>
          <p:cNvSpPr/>
          <p:nvPr/>
        </p:nvSpPr>
        <p:spPr>
          <a:xfrm>
            <a:off x="11462738" y="6040804"/>
            <a:ext cx="14000" cy="14000"/>
          </a:xfrm>
          <a:prstGeom prst="ellipse">
            <a:avLst/>
          </a:prstGeom>
          <a:solidFill>
            <a:srgbClr val="5DE4E2">
              <a:alpha val="55000"/>
            </a:srgbClr>
          </a:solidFill>
          <a:ln w="12700">
            <a:solidFill>
              <a:srgbClr val="071321">
                <a:alpha val="0"/>
              </a:srgbClr>
            </a:solidFill>
            <a:prstDash val="solid"/>
          </a:ln>
        </p:spPr>
      </p:sp>
      <p:sp>
        <p:nvSpPr>
          <p:cNvPr id="17" name="Shape 15"/>
          <p:cNvSpPr/>
          <p:nvPr/>
        </p:nvSpPr>
        <p:spPr>
          <a:xfrm>
            <a:off x="291817" y="1748670"/>
            <a:ext cx="15176" cy="15176"/>
          </a:xfrm>
          <a:prstGeom prst="ellipse">
            <a:avLst/>
          </a:prstGeom>
          <a:solidFill>
            <a:srgbClr val="D3E2ED">
              <a:alpha val="30000"/>
            </a:srgbClr>
          </a:solidFill>
          <a:ln w="12700">
            <a:solidFill>
              <a:srgbClr val="071321">
                <a:alpha val="0"/>
              </a:srgbClr>
            </a:solidFill>
            <a:prstDash val="solid"/>
          </a:ln>
        </p:spPr>
      </p:sp>
      <p:sp>
        <p:nvSpPr>
          <p:cNvPr id="18" name="Shape 16"/>
          <p:cNvSpPr/>
          <p:nvPr/>
        </p:nvSpPr>
        <p:spPr>
          <a:xfrm>
            <a:off x="9775869" y="1196276"/>
            <a:ext cx="9689" cy="9689"/>
          </a:xfrm>
          <a:prstGeom prst="ellipse">
            <a:avLst/>
          </a:prstGeom>
          <a:solidFill>
            <a:srgbClr val="D3E2ED">
              <a:alpha val="30000"/>
            </a:srgbClr>
          </a:solidFill>
          <a:ln w="12700">
            <a:solidFill>
              <a:srgbClr val="071321">
                <a:alpha val="0"/>
              </a:srgbClr>
            </a:solidFill>
            <a:prstDash val="solid"/>
          </a:ln>
        </p:spPr>
      </p:sp>
      <p:sp>
        <p:nvSpPr>
          <p:cNvPr id="19" name="Shape 17"/>
          <p:cNvSpPr/>
          <p:nvPr/>
        </p:nvSpPr>
        <p:spPr>
          <a:xfrm>
            <a:off x="4392521" y="2446419"/>
            <a:ext cx="15890" cy="15890"/>
          </a:xfrm>
          <a:prstGeom prst="ellipse">
            <a:avLst/>
          </a:prstGeom>
          <a:solidFill>
            <a:srgbClr val="D3E2ED">
              <a:alpha val="30000"/>
            </a:srgbClr>
          </a:solidFill>
          <a:ln w="12700">
            <a:solidFill>
              <a:srgbClr val="071321">
                <a:alpha val="0"/>
              </a:srgbClr>
            </a:solidFill>
            <a:prstDash val="solid"/>
          </a:ln>
        </p:spPr>
      </p:sp>
      <p:sp>
        <p:nvSpPr>
          <p:cNvPr id="20" name="Shape 18"/>
          <p:cNvSpPr/>
          <p:nvPr/>
        </p:nvSpPr>
        <p:spPr>
          <a:xfrm>
            <a:off x="10385891" y="4651424"/>
            <a:ext cx="14486" cy="14486"/>
          </a:xfrm>
          <a:prstGeom prst="ellipse">
            <a:avLst/>
          </a:prstGeom>
          <a:solidFill>
            <a:srgbClr val="D3E2ED">
              <a:alpha val="30000"/>
            </a:srgbClr>
          </a:solidFill>
          <a:ln w="12700">
            <a:solidFill>
              <a:srgbClr val="071321">
                <a:alpha val="0"/>
              </a:srgbClr>
            </a:solidFill>
            <a:prstDash val="solid"/>
          </a:ln>
        </p:spPr>
      </p:sp>
      <p:sp>
        <p:nvSpPr>
          <p:cNvPr id="21" name="Shape 19"/>
          <p:cNvSpPr/>
          <p:nvPr/>
        </p:nvSpPr>
        <p:spPr>
          <a:xfrm>
            <a:off x="5390590" y="6323253"/>
            <a:ext cx="15906" cy="15906"/>
          </a:xfrm>
          <a:prstGeom prst="ellipse">
            <a:avLst/>
          </a:prstGeom>
          <a:solidFill>
            <a:srgbClr val="D3E2ED">
              <a:alpha val="30000"/>
            </a:srgbClr>
          </a:solidFill>
          <a:ln w="12700">
            <a:solidFill>
              <a:srgbClr val="071321">
                <a:alpha val="0"/>
              </a:srgbClr>
            </a:solidFill>
            <a:prstDash val="solid"/>
          </a:ln>
        </p:spPr>
      </p:sp>
      <p:sp>
        <p:nvSpPr>
          <p:cNvPr id="22" name="Shape 20"/>
          <p:cNvSpPr/>
          <p:nvPr/>
        </p:nvSpPr>
        <p:spPr>
          <a:xfrm>
            <a:off x="7236927" y="3862747"/>
            <a:ext cx="8880" cy="8880"/>
          </a:xfrm>
          <a:prstGeom prst="ellipse">
            <a:avLst/>
          </a:prstGeom>
          <a:solidFill>
            <a:srgbClr val="D3E2ED">
              <a:alpha val="30000"/>
            </a:srgbClr>
          </a:solidFill>
          <a:ln w="12700">
            <a:solidFill>
              <a:srgbClr val="071321">
                <a:alpha val="0"/>
              </a:srgbClr>
            </a:solidFill>
            <a:prstDash val="solid"/>
          </a:ln>
        </p:spPr>
      </p:sp>
      <p:sp>
        <p:nvSpPr>
          <p:cNvPr id="23" name="Shape 21"/>
          <p:cNvSpPr/>
          <p:nvPr/>
        </p:nvSpPr>
        <p:spPr>
          <a:xfrm>
            <a:off x="11412074" y="3702009"/>
            <a:ext cx="13199" cy="13199"/>
          </a:xfrm>
          <a:prstGeom prst="ellipse">
            <a:avLst/>
          </a:prstGeom>
          <a:solidFill>
            <a:srgbClr val="5DE4E2">
              <a:alpha val="55000"/>
            </a:srgbClr>
          </a:solidFill>
          <a:ln w="12700">
            <a:solidFill>
              <a:srgbClr val="071321">
                <a:alpha val="0"/>
              </a:srgbClr>
            </a:solidFill>
            <a:prstDash val="solid"/>
          </a:ln>
        </p:spPr>
      </p:sp>
      <p:sp>
        <p:nvSpPr>
          <p:cNvPr id="24" name="Shape 22"/>
          <p:cNvSpPr/>
          <p:nvPr/>
        </p:nvSpPr>
        <p:spPr>
          <a:xfrm>
            <a:off x="11367681" y="795898"/>
            <a:ext cx="8319" cy="8319"/>
          </a:xfrm>
          <a:prstGeom prst="ellipse">
            <a:avLst/>
          </a:prstGeom>
          <a:solidFill>
            <a:srgbClr val="D3E2ED">
              <a:alpha val="30000"/>
            </a:srgbClr>
          </a:solidFill>
          <a:ln w="12700">
            <a:solidFill>
              <a:srgbClr val="071321">
                <a:alpha val="0"/>
              </a:srgbClr>
            </a:solidFill>
            <a:prstDash val="solid"/>
          </a:ln>
        </p:spPr>
      </p:sp>
      <p:sp>
        <p:nvSpPr>
          <p:cNvPr id="25" name="Shape 23"/>
          <p:cNvSpPr/>
          <p:nvPr/>
        </p:nvSpPr>
        <p:spPr>
          <a:xfrm>
            <a:off x="9933923" y="3494815"/>
            <a:ext cx="16827" cy="16827"/>
          </a:xfrm>
          <a:prstGeom prst="ellipse">
            <a:avLst/>
          </a:prstGeom>
          <a:solidFill>
            <a:srgbClr val="D3E2ED">
              <a:alpha val="30000"/>
            </a:srgbClr>
          </a:solidFill>
          <a:ln w="12700">
            <a:solidFill>
              <a:srgbClr val="071321">
                <a:alpha val="0"/>
              </a:srgbClr>
            </a:solidFill>
            <a:prstDash val="solid"/>
          </a:ln>
        </p:spPr>
      </p:sp>
      <p:sp>
        <p:nvSpPr>
          <p:cNvPr id="26" name="Shape 24"/>
          <p:cNvSpPr/>
          <p:nvPr/>
        </p:nvSpPr>
        <p:spPr>
          <a:xfrm>
            <a:off x="0" y="0"/>
            <a:ext cx="12192000" cy="6858000"/>
          </a:xfrm>
          <a:prstGeom prst="rect">
            <a:avLst/>
          </a:prstGeom>
          <a:solidFill>
            <a:srgbClr val="071321">
              <a:alpha val="89000"/>
            </a:srgbClr>
          </a:solidFill>
          <a:ln w="12700">
            <a:solidFill>
              <a:srgbClr val="071321">
                <a:alpha val="0"/>
              </a:srgbClr>
            </a:solidFill>
            <a:prstDash val="solid"/>
          </a:ln>
        </p:spPr>
      </p:sp>
      <p:sp>
        <p:nvSpPr>
          <p:cNvPr id="27" name="Text 25"/>
          <p:cNvSpPr/>
          <p:nvPr/>
        </p:nvSpPr>
        <p:spPr>
          <a:xfrm>
            <a:off x="612648" y="347472"/>
            <a:ext cx="10058400" cy="274320"/>
          </a:xfrm>
          <a:prstGeom prst="rect">
            <a:avLst/>
          </a:prstGeom>
          <a:noFill/>
          <a:ln/>
        </p:spPr>
        <p:txBody>
          <a:bodyPr wrap="square" lIns="0" tIns="0" rIns="0" bIns="0" rtlCol="0" anchor="ctr">
            <a:normAutofit/>
          </a:bodyPr>
          <a:lstStyle/>
          <a:p>
            <a:pPr marL="0" indent="0">
              <a:buNone/>
            </a:pPr>
            <a:r>
              <a:rPr lang="en-US" sz="950" b="1" kern="0" spc="220" dirty="0">
                <a:solidFill>
                  <a:srgbClr val="5DE4E2"/>
                </a:solidFill>
                <a:latin typeface="Inter" pitchFamily="34" charset="0"/>
                <a:ea typeface="Inter" pitchFamily="34" charset="-122"/>
                <a:cs typeface="Inter" pitchFamily="34" charset="-120"/>
              </a:rPr>
              <a:t>DSCC  /  MISSION FILE: ODYSSEY</a:t>
            </a:r>
            <a:endParaRPr lang="en-US" sz="950" dirty="0"/>
          </a:p>
        </p:txBody>
      </p:sp>
      <p:sp>
        <p:nvSpPr>
          <p:cNvPr id="28" name="Text 26"/>
          <p:cNvSpPr/>
          <p:nvPr/>
        </p:nvSpPr>
        <p:spPr>
          <a:xfrm>
            <a:off x="612648" y="832104"/>
            <a:ext cx="10972800" cy="612648"/>
          </a:xfrm>
          <a:prstGeom prst="rect">
            <a:avLst/>
          </a:prstGeom>
          <a:noFill/>
          <a:ln/>
        </p:spPr>
        <p:txBody>
          <a:bodyPr wrap="square" lIns="0" tIns="0" rIns="0" bIns="0" rtlCol="0" anchor="ctr">
            <a:normAutofit/>
          </a:bodyPr>
          <a:lstStyle/>
          <a:p>
            <a:pPr marL="0" indent="0">
              <a:buNone/>
            </a:pPr>
            <a:r>
              <a:rPr lang="en-US" sz="3000" b="1" dirty="0">
                <a:solidFill>
                  <a:srgbClr val="F0F8FC"/>
                </a:solidFill>
                <a:latin typeface="Inter Display" pitchFamily="34" charset="0"/>
                <a:ea typeface="Inter Display" pitchFamily="34" charset="-122"/>
                <a:cs typeface="Inter Display" pitchFamily="34" charset="-120"/>
              </a:rPr>
              <a:t>SIGNAL RECONSTRUCTION / EXPECTED RESULT</a:t>
            </a:r>
            <a:endParaRPr lang="en-US" sz="3000" dirty="0"/>
          </a:p>
        </p:txBody>
      </p:sp>
      <p:sp>
        <p:nvSpPr>
          <p:cNvPr id="29" name="Text 27"/>
          <p:cNvSpPr/>
          <p:nvPr/>
        </p:nvSpPr>
        <p:spPr>
          <a:xfrm>
            <a:off x="640080" y="1481328"/>
            <a:ext cx="10789920" cy="347472"/>
          </a:xfrm>
          <a:prstGeom prst="rect">
            <a:avLst/>
          </a:prstGeom>
          <a:noFill/>
          <a:ln/>
        </p:spPr>
        <p:txBody>
          <a:bodyPr wrap="square" lIns="0" tIns="0" rIns="0" bIns="0" rtlCol="0" anchor="ctr">
            <a:normAutofit/>
          </a:bodyPr>
          <a:lstStyle/>
          <a:p>
            <a:pPr marL="0" indent="0">
              <a:buNone/>
            </a:pPr>
            <a:r>
              <a:rPr lang="en-US" sz="1500" dirty="0">
                <a:solidFill>
                  <a:srgbClr val="B0C6D1"/>
                </a:solidFill>
                <a:latin typeface="Inter" pitchFamily="34" charset="0"/>
                <a:ea typeface="Inter" pitchFamily="34" charset="-122"/>
                <a:cs typeface="Inter" pitchFamily="34" charset="-120"/>
              </a:rPr>
              <a:t>When the current three fragments are processed…</a:t>
            </a:r>
            <a:endParaRPr lang="en-US" sz="1500" dirty="0"/>
          </a:p>
        </p:txBody>
      </p:sp>
      <p:sp>
        <p:nvSpPr>
          <p:cNvPr id="30" name="Shape 28"/>
          <p:cNvSpPr/>
          <p:nvPr/>
        </p:nvSpPr>
        <p:spPr>
          <a:xfrm>
            <a:off x="612648" y="1865376"/>
            <a:ext cx="10972800" cy="914"/>
          </a:xfrm>
          <a:prstGeom prst="line">
            <a:avLst/>
          </a:prstGeom>
          <a:noFill/>
          <a:ln w="12700">
            <a:solidFill>
              <a:srgbClr val="28506A"/>
            </a:solidFill>
            <a:prstDash val="solid"/>
          </a:ln>
        </p:spPr>
      </p:sp>
      <p:sp>
        <p:nvSpPr>
          <p:cNvPr id="31" name="Shape 29"/>
          <p:cNvSpPr/>
          <p:nvPr/>
        </p:nvSpPr>
        <p:spPr>
          <a:xfrm>
            <a:off x="612648" y="6510528"/>
            <a:ext cx="10972800" cy="914"/>
          </a:xfrm>
          <a:prstGeom prst="line">
            <a:avLst/>
          </a:prstGeom>
          <a:noFill/>
          <a:ln w="10160">
            <a:solidFill>
              <a:srgbClr val="28506A"/>
            </a:solidFill>
            <a:prstDash val="solid"/>
          </a:ln>
        </p:spPr>
      </p:sp>
      <p:sp>
        <p:nvSpPr>
          <p:cNvPr id="32" name="Text 30"/>
          <p:cNvSpPr/>
          <p:nvPr/>
        </p:nvSpPr>
        <p:spPr>
          <a:xfrm>
            <a:off x="630936" y="6556248"/>
            <a:ext cx="7315200" cy="173736"/>
          </a:xfrm>
          <a:prstGeom prst="rect">
            <a:avLst/>
          </a:prstGeom>
          <a:noFill/>
          <a:ln/>
        </p:spPr>
        <p:txBody>
          <a:bodyPr wrap="square" lIns="0" tIns="0" rIns="0" bIns="0" rtlCol="0" anchor="ctr">
            <a:normAutofit/>
          </a:bodyPr>
          <a:lstStyle/>
          <a:p>
            <a:pPr marL="0" indent="0">
              <a:buNone/>
            </a:pPr>
            <a:r>
              <a:rPr lang="en-US" sz="800" b="1" kern="0" spc="150" dirty="0">
                <a:solidFill>
                  <a:srgbClr val="7F9FB0"/>
                </a:solidFill>
                <a:latin typeface="Inter" pitchFamily="34" charset="0"/>
                <a:ea typeface="Inter" pitchFamily="34" charset="-122"/>
                <a:cs typeface="Inter" pitchFamily="34" charset="-120"/>
              </a:rPr>
              <a:t>C3  //  THE LAST TRANSMISSION  //  ACT I</a:t>
            </a:r>
            <a:endParaRPr lang="en-US" sz="800" dirty="0"/>
          </a:p>
        </p:txBody>
      </p:sp>
      <p:sp>
        <p:nvSpPr>
          <p:cNvPr id="33" name="Text 31"/>
          <p:cNvSpPr/>
          <p:nvPr/>
        </p:nvSpPr>
        <p:spPr>
          <a:xfrm>
            <a:off x="10972800" y="6556248"/>
            <a:ext cx="530352" cy="173736"/>
          </a:xfrm>
          <a:prstGeom prst="rect">
            <a:avLst/>
          </a:prstGeom>
          <a:noFill/>
          <a:ln/>
        </p:spPr>
        <p:txBody>
          <a:bodyPr wrap="square" lIns="0" tIns="0" rIns="0" bIns="0" rtlCol="0" anchor="ctr">
            <a:normAutofit/>
          </a:bodyPr>
          <a:lstStyle/>
          <a:p>
            <a:pPr marL="0" indent="0" algn="r">
              <a:buNone/>
            </a:pPr>
            <a:r>
              <a:rPr lang="en-US" sz="800" b="1" dirty="0">
                <a:solidFill>
                  <a:srgbClr val="7F9FB0"/>
                </a:solidFill>
                <a:latin typeface="Inter" pitchFamily="34" charset="0"/>
                <a:ea typeface="Inter" pitchFamily="34" charset="-122"/>
                <a:cs typeface="Inter" pitchFamily="34" charset="-120"/>
              </a:rPr>
              <a:t>09</a:t>
            </a:r>
            <a:endParaRPr lang="en-US" sz="800" dirty="0"/>
          </a:p>
        </p:txBody>
      </p:sp>
      <p:sp>
        <p:nvSpPr>
          <p:cNvPr id="34" name="Shape 32"/>
          <p:cNvSpPr/>
          <p:nvPr/>
        </p:nvSpPr>
        <p:spPr>
          <a:xfrm>
            <a:off x="749808" y="2075688"/>
            <a:ext cx="10716768" cy="2340864"/>
          </a:xfrm>
          <a:prstGeom prst="roundRect">
            <a:avLst>
              <a:gd name="adj" fmla="val 3125"/>
            </a:avLst>
          </a:prstGeom>
          <a:solidFill>
            <a:srgbClr val="081826">
              <a:alpha val="95000"/>
            </a:srgbClr>
          </a:solidFill>
          <a:ln w="10160">
            <a:solidFill>
              <a:srgbClr val="5DE4E2">
                <a:alpha val="76000"/>
              </a:srgbClr>
            </a:solidFill>
            <a:prstDash val="solid"/>
          </a:ln>
        </p:spPr>
      </p:sp>
      <p:sp>
        <p:nvSpPr>
          <p:cNvPr id="35" name="Text 33"/>
          <p:cNvSpPr/>
          <p:nvPr/>
        </p:nvSpPr>
        <p:spPr>
          <a:xfrm>
            <a:off x="1143000" y="2377440"/>
            <a:ext cx="9601200" cy="320040"/>
          </a:xfrm>
          <a:prstGeom prst="rect">
            <a:avLst/>
          </a:prstGeom>
          <a:noFill/>
          <a:ln/>
        </p:spPr>
        <p:txBody>
          <a:bodyPr wrap="square" lIns="0" tIns="0" rIns="0" bIns="0" rtlCol="0" anchor="ctr">
            <a:normAutofit/>
          </a:bodyPr>
          <a:lstStyle/>
          <a:p>
            <a:pPr marL="0" indent="0" algn="ctr">
              <a:buNone/>
            </a:pPr>
            <a:r>
              <a:rPr lang="en-US" sz="1200" b="1" kern="0" spc="230" dirty="0">
                <a:solidFill>
                  <a:srgbClr val="5DE4E2"/>
                </a:solidFill>
                <a:latin typeface="Inter" pitchFamily="34" charset="0"/>
                <a:ea typeface="Inter" pitchFamily="34" charset="-122"/>
                <a:cs typeface="Inter" pitchFamily="34" charset="-120"/>
              </a:rPr>
              <a:t>RECOVERED MESSAGE</a:t>
            </a:r>
            <a:endParaRPr lang="en-US" sz="1200" dirty="0"/>
          </a:p>
        </p:txBody>
      </p:sp>
      <p:sp>
        <p:nvSpPr>
          <p:cNvPr id="36" name="Text 34"/>
          <p:cNvSpPr/>
          <p:nvPr/>
        </p:nvSpPr>
        <p:spPr>
          <a:xfrm>
            <a:off x="1088136" y="2926080"/>
            <a:ext cx="9838944" cy="795528"/>
          </a:xfrm>
          <a:prstGeom prst="rect">
            <a:avLst/>
          </a:prstGeom>
          <a:noFill/>
          <a:ln/>
        </p:spPr>
        <p:txBody>
          <a:bodyPr wrap="square" lIns="0" tIns="0" rIns="0" bIns="0" rtlCol="0" anchor="ctr">
            <a:normAutofit/>
          </a:bodyPr>
          <a:lstStyle/>
          <a:p>
            <a:pPr marL="0" indent="0" algn="ctr">
              <a:buNone/>
            </a:pPr>
            <a:r>
              <a:rPr lang="en-US" sz="4600" b="1" kern="0" spc="170" dirty="0">
                <a:solidFill>
                  <a:srgbClr val="F0F8FC"/>
                </a:solidFill>
                <a:latin typeface="Inter Display" pitchFamily="34" charset="0"/>
                <a:ea typeface="Inter Display" pitchFamily="34" charset="-122"/>
                <a:cs typeface="Inter Display" pitchFamily="34" charset="-120"/>
              </a:rPr>
              <a:t>WE ARE NOT</a:t>
            </a:r>
            <a:endParaRPr lang="en-US" sz="4600" dirty="0"/>
          </a:p>
        </p:txBody>
      </p:sp>
      <p:sp>
        <p:nvSpPr>
          <p:cNvPr id="37" name="Text 35"/>
          <p:cNvSpPr/>
          <p:nvPr/>
        </p:nvSpPr>
        <p:spPr>
          <a:xfrm>
            <a:off x="1143000" y="4005072"/>
            <a:ext cx="9601200" cy="246888"/>
          </a:xfrm>
          <a:prstGeom prst="rect">
            <a:avLst/>
          </a:prstGeom>
          <a:noFill/>
          <a:ln/>
        </p:spPr>
        <p:txBody>
          <a:bodyPr wrap="square" lIns="0" tIns="0" rIns="0" bIns="0" rtlCol="0" anchor="ctr">
            <a:normAutofit/>
          </a:bodyPr>
          <a:lstStyle/>
          <a:p>
            <a:pPr marL="0" indent="0" algn="ctr">
              <a:buNone/>
            </a:pPr>
            <a:r>
              <a:rPr lang="en-US" sz="1100" b="1" kern="0" spc="165" dirty="0">
                <a:solidFill>
                  <a:srgbClr val="FFC26E"/>
                </a:solidFill>
                <a:latin typeface="Inter" pitchFamily="34" charset="0"/>
                <a:ea typeface="Inter" pitchFamily="34" charset="-122"/>
                <a:cs typeface="Inter" pitchFamily="34" charset="-120"/>
              </a:rPr>
              <a:t>ONLY THE PORTION RECOVERED SO FAR</a:t>
            </a:r>
            <a:endParaRPr lang="en-US" sz="1100" dirty="0"/>
          </a:p>
        </p:txBody>
      </p:sp>
      <p:sp>
        <p:nvSpPr>
          <p:cNvPr id="38" name="Text 36"/>
          <p:cNvSpPr/>
          <p:nvPr/>
        </p:nvSpPr>
        <p:spPr>
          <a:xfrm>
            <a:off x="1005840" y="5001768"/>
            <a:ext cx="10241280" cy="630936"/>
          </a:xfrm>
          <a:prstGeom prst="rect">
            <a:avLst/>
          </a:prstGeom>
          <a:noFill/>
          <a:ln/>
        </p:spPr>
        <p:txBody>
          <a:bodyPr wrap="square" lIns="0" tIns="0" rIns="0" bIns="0" rtlCol="0" anchor="ctr">
            <a:normAutofit/>
          </a:bodyPr>
          <a:lstStyle/>
          <a:p>
            <a:pPr marL="0" indent="0" algn="ctr">
              <a:buNone/>
            </a:pPr>
            <a:r>
              <a:rPr lang="en-US" sz="1800" dirty="0">
                <a:solidFill>
                  <a:srgbClr val="B0C6D1"/>
                </a:solidFill>
                <a:latin typeface="Inter" pitchFamily="34" charset="0"/>
                <a:ea typeface="Inter" pitchFamily="34" charset="-122"/>
                <a:cs typeface="Inter" pitchFamily="34" charset="-120"/>
              </a:rPr>
              <a:t>The message may continue. Do not append words, punctuation, or assumptions.</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6012348" y="4448904"/>
            <a:ext cx="7970" cy="7970"/>
          </a:xfrm>
          <a:prstGeom prst="ellipse">
            <a:avLst/>
          </a:prstGeom>
          <a:solidFill>
            <a:srgbClr val="5DE4E2">
              <a:alpha val="55000"/>
            </a:srgbClr>
          </a:solidFill>
          <a:ln w="12700">
            <a:solidFill>
              <a:srgbClr val="071321">
                <a:alpha val="0"/>
              </a:srgbClr>
            </a:solidFill>
            <a:prstDash val="solid"/>
          </a:ln>
        </p:spPr>
      </p:sp>
      <p:sp>
        <p:nvSpPr>
          <p:cNvPr id="3" name="Shape 1"/>
          <p:cNvSpPr/>
          <p:nvPr/>
        </p:nvSpPr>
        <p:spPr>
          <a:xfrm>
            <a:off x="2036051" y="5623453"/>
            <a:ext cx="15243" cy="15243"/>
          </a:xfrm>
          <a:prstGeom prst="ellipse">
            <a:avLst/>
          </a:prstGeom>
          <a:solidFill>
            <a:srgbClr val="D3E2ED">
              <a:alpha val="30000"/>
            </a:srgbClr>
          </a:solidFill>
          <a:ln w="12700">
            <a:solidFill>
              <a:srgbClr val="071321">
                <a:alpha val="0"/>
              </a:srgbClr>
            </a:solidFill>
            <a:prstDash val="solid"/>
          </a:ln>
        </p:spPr>
      </p:sp>
      <p:sp>
        <p:nvSpPr>
          <p:cNvPr id="4" name="Shape 2"/>
          <p:cNvSpPr/>
          <p:nvPr/>
        </p:nvSpPr>
        <p:spPr>
          <a:xfrm>
            <a:off x="7505727" y="3882853"/>
            <a:ext cx="13064" cy="13064"/>
          </a:xfrm>
          <a:prstGeom prst="ellipse">
            <a:avLst/>
          </a:prstGeom>
          <a:solidFill>
            <a:srgbClr val="D3E2ED">
              <a:alpha val="30000"/>
            </a:srgbClr>
          </a:solidFill>
          <a:ln w="12700">
            <a:solidFill>
              <a:srgbClr val="071321">
                <a:alpha val="0"/>
              </a:srgbClr>
            </a:solidFill>
            <a:prstDash val="solid"/>
          </a:ln>
        </p:spPr>
      </p:sp>
      <p:sp>
        <p:nvSpPr>
          <p:cNvPr id="5" name="Shape 3"/>
          <p:cNvSpPr/>
          <p:nvPr/>
        </p:nvSpPr>
        <p:spPr>
          <a:xfrm>
            <a:off x="11472401" y="2757322"/>
            <a:ext cx="16888" cy="16888"/>
          </a:xfrm>
          <a:prstGeom prst="ellipse">
            <a:avLst/>
          </a:prstGeom>
          <a:solidFill>
            <a:srgbClr val="D3E2ED">
              <a:alpha val="30000"/>
            </a:srgbClr>
          </a:solidFill>
          <a:ln w="12700">
            <a:solidFill>
              <a:srgbClr val="071321">
                <a:alpha val="0"/>
              </a:srgbClr>
            </a:solidFill>
            <a:prstDash val="solid"/>
          </a:ln>
        </p:spPr>
      </p:sp>
      <p:sp>
        <p:nvSpPr>
          <p:cNvPr id="6" name="Shape 4"/>
          <p:cNvSpPr/>
          <p:nvPr/>
        </p:nvSpPr>
        <p:spPr>
          <a:xfrm>
            <a:off x="7773734" y="3485216"/>
            <a:ext cx="14355" cy="14355"/>
          </a:xfrm>
          <a:prstGeom prst="ellipse">
            <a:avLst/>
          </a:prstGeom>
          <a:solidFill>
            <a:srgbClr val="D3E2ED">
              <a:alpha val="30000"/>
            </a:srgbClr>
          </a:solidFill>
          <a:ln w="12700">
            <a:solidFill>
              <a:srgbClr val="071321">
                <a:alpha val="0"/>
              </a:srgbClr>
            </a:solidFill>
            <a:prstDash val="solid"/>
          </a:ln>
        </p:spPr>
      </p:sp>
      <p:sp>
        <p:nvSpPr>
          <p:cNvPr id="7" name="Shape 5"/>
          <p:cNvSpPr/>
          <p:nvPr/>
        </p:nvSpPr>
        <p:spPr>
          <a:xfrm>
            <a:off x="11734873" y="3071782"/>
            <a:ext cx="9066" cy="9066"/>
          </a:xfrm>
          <a:prstGeom prst="ellipse">
            <a:avLst/>
          </a:prstGeom>
          <a:solidFill>
            <a:srgbClr val="D3E2ED">
              <a:alpha val="30000"/>
            </a:srgbClr>
          </a:solidFill>
          <a:ln w="12700">
            <a:solidFill>
              <a:srgbClr val="071321">
                <a:alpha val="0"/>
              </a:srgbClr>
            </a:solidFill>
            <a:prstDash val="solid"/>
          </a:ln>
        </p:spPr>
      </p:sp>
      <p:sp>
        <p:nvSpPr>
          <p:cNvPr id="8" name="Shape 6"/>
          <p:cNvSpPr/>
          <p:nvPr/>
        </p:nvSpPr>
        <p:spPr>
          <a:xfrm>
            <a:off x="3411055" y="3698731"/>
            <a:ext cx="15398" cy="15398"/>
          </a:xfrm>
          <a:prstGeom prst="ellipse">
            <a:avLst/>
          </a:prstGeom>
          <a:solidFill>
            <a:srgbClr val="D3E2ED">
              <a:alpha val="30000"/>
            </a:srgbClr>
          </a:solidFill>
          <a:ln w="12700">
            <a:solidFill>
              <a:srgbClr val="071321">
                <a:alpha val="0"/>
              </a:srgbClr>
            </a:solidFill>
            <a:prstDash val="solid"/>
          </a:ln>
        </p:spPr>
      </p:sp>
      <p:sp>
        <p:nvSpPr>
          <p:cNvPr id="9" name="Shape 7"/>
          <p:cNvSpPr/>
          <p:nvPr/>
        </p:nvSpPr>
        <p:spPr>
          <a:xfrm>
            <a:off x="527000" y="2420422"/>
            <a:ext cx="10924" cy="10924"/>
          </a:xfrm>
          <a:prstGeom prst="ellipse">
            <a:avLst/>
          </a:prstGeom>
          <a:solidFill>
            <a:srgbClr val="5DE4E2">
              <a:alpha val="55000"/>
            </a:srgbClr>
          </a:solidFill>
          <a:ln w="12700">
            <a:solidFill>
              <a:srgbClr val="071321">
                <a:alpha val="0"/>
              </a:srgbClr>
            </a:solidFill>
            <a:prstDash val="solid"/>
          </a:ln>
        </p:spPr>
      </p:sp>
      <p:sp>
        <p:nvSpPr>
          <p:cNvPr id="10" name="Shape 8"/>
          <p:cNvSpPr/>
          <p:nvPr/>
        </p:nvSpPr>
        <p:spPr>
          <a:xfrm>
            <a:off x="500063" y="2298936"/>
            <a:ext cx="7563" cy="7563"/>
          </a:xfrm>
          <a:prstGeom prst="ellipse">
            <a:avLst/>
          </a:prstGeom>
          <a:solidFill>
            <a:srgbClr val="D3E2ED">
              <a:alpha val="30000"/>
            </a:srgbClr>
          </a:solidFill>
          <a:ln w="12700">
            <a:solidFill>
              <a:srgbClr val="071321">
                <a:alpha val="0"/>
              </a:srgbClr>
            </a:solidFill>
            <a:prstDash val="solid"/>
          </a:ln>
        </p:spPr>
      </p:sp>
      <p:sp>
        <p:nvSpPr>
          <p:cNvPr id="11" name="Shape 9"/>
          <p:cNvSpPr/>
          <p:nvPr/>
        </p:nvSpPr>
        <p:spPr>
          <a:xfrm>
            <a:off x="717320" y="5782743"/>
            <a:ext cx="10066" cy="10066"/>
          </a:xfrm>
          <a:prstGeom prst="ellipse">
            <a:avLst/>
          </a:prstGeom>
          <a:solidFill>
            <a:srgbClr val="D3E2ED">
              <a:alpha val="30000"/>
            </a:srgbClr>
          </a:solidFill>
          <a:ln w="12700">
            <a:solidFill>
              <a:srgbClr val="071321">
                <a:alpha val="0"/>
              </a:srgbClr>
            </a:solidFill>
            <a:prstDash val="solid"/>
          </a:ln>
        </p:spPr>
      </p:sp>
      <p:sp>
        <p:nvSpPr>
          <p:cNvPr id="12" name="Shape 10"/>
          <p:cNvSpPr/>
          <p:nvPr/>
        </p:nvSpPr>
        <p:spPr>
          <a:xfrm>
            <a:off x="773689" y="1943420"/>
            <a:ext cx="12351" cy="12351"/>
          </a:xfrm>
          <a:prstGeom prst="ellipse">
            <a:avLst/>
          </a:prstGeom>
          <a:solidFill>
            <a:srgbClr val="D3E2ED">
              <a:alpha val="30000"/>
            </a:srgbClr>
          </a:solidFill>
          <a:ln w="12700">
            <a:solidFill>
              <a:srgbClr val="071321">
                <a:alpha val="0"/>
              </a:srgbClr>
            </a:solidFill>
            <a:prstDash val="solid"/>
          </a:ln>
        </p:spPr>
      </p:sp>
      <p:sp>
        <p:nvSpPr>
          <p:cNvPr id="13" name="Shape 11"/>
          <p:cNvSpPr/>
          <p:nvPr/>
        </p:nvSpPr>
        <p:spPr>
          <a:xfrm>
            <a:off x="7929801" y="3521684"/>
            <a:ext cx="12393" cy="12393"/>
          </a:xfrm>
          <a:prstGeom prst="ellipse">
            <a:avLst/>
          </a:prstGeom>
          <a:solidFill>
            <a:srgbClr val="D3E2ED">
              <a:alpha val="30000"/>
            </a:srgbClr>
          </a:solidFill>
          <a:ln w="12700">
            <a:solidFill>
              <a:srgbClr val="071321">
                <a:alpha val="0"/>
              </a:srgbClr>
            </a:solidFill>
            <a:prstDash val="solid"/>
          </a:ln>
        </p:spPr>
      </p:sp>
      <p:sp>
        <p:nvSpPr>
          <p:cNvPr id="14" name="Shape 12"/>
          <p:cNvSpPr/>
          <p:nvPr/>
        </p:nvSpPr>
        <p:spPr>
          <a:xfrm>
            <a:off x="8142428" y="5482923"/>
            <a:ext cx="11871" cy="11871"/>
          </a:xfrm>
          <a:prstGeom prst="ellipse">
            <a:avLst/>
          </a:prstGeom>
          <a:solidFill>
            <a:srgbClr val="D3E2ED">
              <a:alpha val="30000"/>
            </a:srgbClr>
          </a:solidFill>
          <a:ln w="12700">
            <a:solidFill>
              <a:srgbClr val="071321">
                <a:alpha val="0"/>
              </a:srgbClr>
            </a:solidFill>
            <a:prstDash val="solid"/>
          </a:ln>
        </p:spPr>
      </p:sp>
      <p:sp>
        <p:nvSpPr>
          <p:cNvPr id="15" name="Shape 13"/>
          <p:cNvSpPr/>
          <p:nvPr/>
        </p:nvSpPr>
        <p:spPr>
          <a:xfrm>
            <a:off x="6586412" y="648881"/>
            <a:ext cx="11967" cy="11967"/>
          </a:xfrm>
          <a:prstGeom prst="ellipse">
            <a:avLst/>
          </a:prstGeom>
          <a:solidFill>
            <a:srgbClr val="D3E2ED">
              <a:alpha val="30000"/>
            </a:srgbClr>
          </a:solidFill>
          <a:ln w="12700">
            <a:solidFill>
              <a:srgbClr val="071321">
                <a:alpha val="0"/>
              </a:srgbClr>
            </a:solidFill>
            <a:prstDash val="solid"/>
          </a:ln>
        </p:spPr>
      </p:sp>
      <p:sp>
        <p:nvSpPr>
          <p:cNvPr id="16" name="Shape 14"/>
          <p:cNvSpPr/>
          <p:nvPr/>
        </p:nvSpPr>
        <p:spPr>
          <a:xfrm>
            <a:off x="7393070" y="1873955"/>
            <a:ext cx="10674" cy="10674"/>
          </a:xfrm>
          <a:prstGeom prst="ellipse">
            <a:avLst/>
          </a:prstGeom>
          <a:solidFill>
            <a:srgbClr val="5DE4E2">
              <a:alpha val="55000"/>
            </a:srgbClr>
          </a:solidFill>
          <a:ln w="12700">
            <a:solidFill>
              <a:srgbClr val="071321">
                <a:alpha val="0"/>
              </a:srgbClr>
            </a:solidFill>
            <a:prstDash val="solid"/>
          </a:ln>
        </p:spPr>
      </p:sp>
      <p:sp>
        <p:nvSpPr>
          <p:cNvPr id="17" name="Shape 15"/>
          <p:cNvSpPr/>
          <p:nvPr/>
        </p:nvSpPr>
        <p:spPr>
          <a:xfrm>
            <a:off x="9429094" y="6024583"/>
            <a:ext cx="10274" cy="10274"/>
          </a:xfrm>
          <a:prstGeom prst="ellipse">
            <a:avLst/>
          </a:prstGeom>
          <a:solidFill>
            <a:srgbClr val="D3E2ED">
              <a:alpha val="30000"/>
            </a:srgbClr>
          </a:solidFill>
          <a:ln w="12700">
            <a:solidFill>
              <a:srgbClr val="071321">
                <a:alpha val="0"/>
              </a:srgbClr>
            </a:solidFill>
            <a:prstDash val="solid"/>
          </a:ln>
        </p:spPr>
      </p:sp>
      <p:sp>
        <p:nvSpPr>
          <p:cNvPr id="18" name="Shape 16"/>
          <p:cNvSpPr/>
          <p:nvPr/>
        </p:nvSpPr>
        <p:spPr>
          <a:xfrm>
            <a:off x="4787267" y="5477692"/>
            <a:ext cx="11414" cy="11414"/>
          </a:xfrm>
          <a:prstGeom prst="ellipse">
            <a:avLst/>
          </a:prstGeom>
          <a:solidFill>
            <a:srgbClr val="D3E2ED">
              <a:alpha val="30000"/>
            </a:srgbClr>
          </a:solidFill>
          <a:ln w="12700">
            <a:solidFill>
              <a:srgbClr val="071321">
                <a:alpha val="0"/>
              </a:srgbClr>
            </a:solidFill>
            <a:prstDash val="solid"/>
          </a:ln>
        </p:spPr>
      </p:sp>
      <p:sp>
        <p:nvSpPr>
          <p:cNvPr id="19" name="Shape 17"/>
          <p:cNvSpPr/>
          <p:nvPr/>
        </p:nvSpPr>
        <p:spPr>
          <a:xfrm>
            <a:off x="822652" y="2905695"/>
            <a:ext cx="10106" cy="10106"/>
          </a:xfrm>
          <a:prstGeom prst="ellipse">
            <a:avLst/>
          </a:prstGeom>
          <a:solidFill>
            <a:srgbClr val="D3E2ED">
              <a:alpha val="30000"/>
            </a:srgbClr>
          </a:solidFill>
          <a:ln w="12700">
            <a:solidFill>
              <a:srgbClr val="071321">
                <a:alpha val="0"/>
              </a:srgbClr>
            </a:solidFill>
            <a:prstDash val="solid"/>
          </a:ln>
        </p:spPr>
      </p:sp>
      <p:sp>
        <p:nvSpPr>
          <p:cNvPr id="20" name="Shape 18"/>
          <p:cNvSpPr/>
          <p:nvPr/>
        </p:nvSpPr>
        <p:spPr>
          <a:xfrm>
            <a:off x="3137805" y="4460907"/>
            <a:ext cx="14352" cy="14352"/>
          </a:xfrm>
          <a:prstGeom prst="ellipse">
            <a:avLst/>
          </a:prstGeom>
          <a:solidFill>
            <a:srgbClr val="D3E2ED">
              <a:alpha val="30000"/>
            </a:srgbClr>
          </a:solidFill>
          <a:ln w="12700">
            <a:solidFill>
              <a:srgbClr val="071321">
                <a:alpha val="0"/>
              </a:srgbClr>
            </a:solidFill>
            <a:prstDash val="solid"/>
          </a:ln>
        </p:spPr>
      </p:sp>
      <p:sp>
        <p:nvSpPr>
          <p:cNvPr id="21" name="Shape 19"/>
          <p:cNvSpPr/>
          <p:nvPr/>
        </p:nvSpPr>
        <p:spPr>
          <a:xfrm>
            <a:off x="699435" y="611017"/>
            <a:ext cx="7422" cy="7422"/>
          </a:xfrm>
          <a:prstGeom prst="ellipse">
            <a:avLst/>
          </a:prstGeom>
          <a:solidFill>
            <a:srgbClr val="D3E2ED">
              <a:alpha val="30000"/>
            </a:srgbClr>
          </a:solidFill>
          <a:ln w="12700">
            <a:solidFill>
              <a:srgbClr val="071321">
                <a:alpha val="0"/>
              </a:srgbClr>
            </a:solidFill>
            <a:prstDash val="solid"/>
          </a:ln>
        </p:spPr>
      </p:sp>
      <p:sp>
        <p:nvSpPr>
          <p:cNvPr id="22" name="Shape 20"/>
          <p:cNvSpPr/>
          <p:nvPr/>
        </p:nvSpPr>
        <p:spPr>
          <a:xfrm>
            <a:off x="5721449" y="1614630"/>
            <a:ext cx="13484" cy="13484"/>
          </a:xfrm>
          <a:prstGeom prst="ellipse">
            <a:avLst/>
          </a:prstGeom>
          <a:solidFill>
            <a:srgbClr val="D3E2ED">
              <a:alpha val="30000"/>
            </a:srgbClr>
          </a:solidFill>
          <a:ln w="12700">
            <a:solidFill>
              <a:srgbClr val="071321">
                <a:alpha val="0"/>
              </a:srgbClr>
            </a:solidFill>
            <a:prstDash val="solid"/>
          </a:ln>
        </p:spPr>
      </p:sp>
      <p:sp>
        <p:nvSpPr>
          <p:cNvPr id="23" name="Shape 21"/>
          <p:cNvSpPr/>
          <p:nvPr/>
        </p:nvSpPr>
        <p:spPr>
          <a:xfrm>
            <a:off x="5522735" y="2110428"/>
            <a:ext cx="10747" cy="10747"/>
          </a:xfrm>
          <a:prstGeom prst="ellipse">
            <a:avLst/>
          </a:prstGeom>
          <a:solidFill>
            <a:srgbClr val="5DE4E2">
              <a:alpha val="55000"/>
            </a:srgbClr>
          </a:solidFill>
          <a:ln w="12700">
            <a:solidFill>
              <a:srgbClr val="071321">
                <a:alpha val="0"/>
              </a:srgbClr>
            </a:solidFill>
            <a:prstDash val="solid"/>
          </a:ln>
        </p:spPr>
      </p:sp>
      <p:sp>
        <p:nvSpPr>
          <p:cNvPr id="24" name="Shape 22"/>
          <p:cNvSpPr/>
          <p:nvPr/>
        </p:nvSpPr>
        <p:spPr>
          <a:xfrm>
            <a:off x="11571940" y="4255181"/>
            <a:ext cx="11053" cy="11053"/>
          </a:xfrm>
          <a:prstGeom prst="ellipse">
            <a:avLst/>
          </a:prstGeom>
          <a:solidFill>
            <a:srgbClr val="D3E2ED">
              <a:alpha val="30000"/>
            </a:srgbClr>
          </a:solidFill>
          <a:ln w="12700">
            <a:solidFill>
              <a:srgbClr val="071321">
                <a:alpha val="0"/>
              </a:srgbClr>
            </a:solidFill>
            <a:prstDash val="solid"/>
          </a:ln>
        </p:spPr>
      </p:sp>
      <p:sp>
        <p:nvSpPr>
          <p:cNvPr id="25" name="Shape 23"/>
          <p:cNvSpPr/>
          <p:nvPr/>
        </p:nvSpPr>
        <p:spPr>
          <a:xfrm>
            <a:off x="4445458" y="2501305"/>
            <a:ext cx="16073" cy="16073"/>
          </a:xfrm>
          <a:prstGeom prst="ellipse">
            <a:avLst/>
          </a:prstGeom>
          <a:solidFill>
            <a:srgbClr val="D3E2ED">
              <a:alpha val="30000"/>
            </a:srgbClr>
          </a:solidFill>
          <a:ln w="12700">
            <a:solidFill>
              <a:srgbClr val="071321">
                <a:alpha val="0"/>
              </a:srgbClr>
            </a:solidFill>
            <a:prstDash val="solid"/>
          </a:ln>
        </p:spPr>
      </p:sp>
      <p:sp>
        <p:nvSpPr>
          <p:cNvPr id="26" name="Shape 24"/>
          <p:cNvSpPr/>
          <p:nvPr/>
        </p:nvSpPr>
        <p:spPr>
          <a:xfrm>
            <a:off x="0" y="0"/>
            <a:ext cx="12192000" cy="6858000"/>
          </a:xfrm>
          <a:prstGeom prst="rect">
            <a:avLst/>
          </a:prstGeom>
          <a:solidFill>
            <a:srgbClr val="071321">
              <a:alpha val="89000"/>
            </a:srgbClr>
          </a:solidFill>
          <a:ln w="12700">
            <a:solidFill>
              <a:srgbClr val="071321">
                <a:alpha val="0"/>
              </a:srgbClr>
            </a:solidFill>
            <a:prstDash val="solid"/>
          </a:ln>
        </p:spPr>
      </p:sp>
      <p:sp>
        <p:nvSpPr>
          <p:cNvPr id="27" name="Text 25"/>
          <p:cNvSpPr/>
          <p:nvPr/>
        </p:nvSpPr>
        <p:spPr>
          <a:xfrm>
            <a:off x="612648" y="347472"/>
            <a:ext cx="10058400" cy="274320"/>
          </a:xfrm>
          <a:prstGeom prst="rect">
            <a:avLst/>
          </a:prstGeom>
          <a:noFill/>
          <a:ln/>
        </p:spPr>
        <p:txBody>
          <a:bodyPr wrap="square" lIns="0" tIns="0" rIns="0" bIns="0" rtlCol="0" anchor="ctr">
            <a:normAutofit/>
          </a:bodyPr>
          <a:lstStyle/>
          <a:p>
            <a:pPr marL="0" indent="0">
              <a:buNone/>
            </a:pPr>
            <a:r>
              <a:rPr lang="en-US" sz="950" b="1" kern="0" spc="220" dirty="0">
                <a:solidFill>
                  <a:srgbClr val="5DE4E2"/>
                </a:solidFill>
                <a:latin typeface="Inter" pitchFamily="34" charset="0"/>
                <a:ea typeface="Inter" pitchFamily="34" charset="-122"/>
                <a:cs typeface="Inter" pitchFamily="34" charset="-120"/>
              </a:rPr>
              <a:t>DSCC  /  MISSION FILE: ODYSSEY</a:t>
            </a:r>
            <a:endParaRPr lang="en-US" sz="950" dirty="0"/>
          </a:p>
        </p:txBody>
      </p:sp>
      <p:sp>
        <p:nvSpPr>
          <p:cNvPr id="28" name="Text 26"/>
          <p:cNvSpPr/>
          <p:nvPr/>
        </p:nvSpPr>
        <p:spPr>
          <a:xfrm>
            <a:off x="612648" y="832104"/>
            <a:ext cx="10972800" cy="612648"/>
          </a:xfrm>
          <a:prstGeom prst="rect">
            <a:avLst/>
          </a:prstGeom>
          <a:noFill/>
          <a:ln/>
        </p:spPr>
        <p:txBody>
          <a:bodyPr wrap="square" lIns="0" tIns="0" rIns="0" bIns="0" rtlCol="0" anchor="ctr">
            <a:normAutofit/>
          </a:bodyPr>
          <a:lstStyle/>
          <a:p>
            <a:pPr marL="0" indent="0">
              <a:buNone/>
            </a:pPr>
            <a:r>
              <a:rPr lang="en-US" sz="3000" b="1" dirty="0">
                <a:solidFill>
                  <a:srgbClr val="F0F8FC"/>
                </a:solidFill>
                <a:latin typeface="Inter Display" pitchFamily="34" charset="0"/>
                <a:ea typeface="Inter Display" pitchFamily="34" charset="-122"/>
                <a:cs typeface="Inter Display" pitchFamily="34" charset="-120"/>
              </a:rPr>
              <a:t>WHAT IS THE SMALLEST FIRST TEST?</a:t>
            </a:r>
            <a:endParaRPr lang="en-US" sz="3000" dirty="0"/>
          </a:p>
        </p:txBody>
      </p:sp>
      <p:sp>
        <p:nvSpPr>
          <p:cNvPr id="29" name="Text 27"/>
          <p:cNvSpPr/>
          <p:nvPr/>
        </p:nvSpPr>
        <p:spPr>
          <a:xfrm>
            <a:off x="640080" y="1481328"/>
            <a:ext cx="10789920" cy="347472"/>
          </a:xfrm>
          <a:prstGeom prst="rect">
            <a:avLst/>
          </a:prstGeom>
          <a:noFill/>
          <a:ln/>
        </p:spPr>
        <p:txBody>
          <a:bodyPr wrap="square" lIns="0" tIns="0" rIns="0" bIns="0" rtlCol="0" anchor="ctr">
            <a:normAutofit/>
          </a:bodyPr>
          <a:lstStyle/>
          <a:p>
            <a:pPr marL="0" indent="0">
              <a:buNone/>
            </a:pPr>
            <a:r>
              <a:rPr lang="en-US" sz="1500" dirty="0">
                <a:solidFill>
                  <a:srgbClr val="B0C6D1"/>
                </a:solidFill>
                <a:latin typeface="Inter" pitchFamily="34" charset="0"/>
                <a:ea typeface="Inter" pitchFamily="34" charset="-122"/>
                <a:cs typeface="Inter" pitchFamily="34" charset="-120"/>
              </a:rPr>
              <a:t>A possible progression — write your own tests first.</a:t>
            </a:r>
            <a:endParaRPr lang="en-US" sz="1500" dirty="0"/>
          </a:p>
        </p:txBody>
      </p:sp>
      <p:sp>
        <p:nvSpPr>
          <p:cNvPr id="30" name="Shape 28"/>
          <p:cNvSpPr/>
          <p:nvPr/>
        </p:nvSpPr>
        <p:spPr>
          <a:xfrm>
            <a:off x="612648" y="1865376"/>
            <a:ext cx="10972800" cy="914"/>
          </a:xfrm>
          <a:prstGeom prst="line">
            <a:avLst/>
          </a:prstGeom>
          <a:noFill/>
          <a:ln w="12700">
            <a:solidFill>
              <a:srgbClr val="28506A"/>
            </a:solidFill>
            <a:prstDash val="solid"/>
          </a:ln>
        </p:spPr>
      </p:sp>
      <p:sp>
        <p:nvSpPr>
          <p:cNvPr id="31" name="Shape 29"/>
          <p:cNvSpPr/>
          <p:nvPr/>
        </p:nvSpPr>
        <p:spPr>
          <a:xfrm>
            <a:off x="612648" y="6510528"/>
            <a:ext cx="10972800" cy="914"/>
          </a:xfrm>
          <a:prstGeom prst="line">
            <a:avLst/>
          </a:prstGeom>
          <a:noFill/>
          <a:ln w="10160">
            <a:solidFill>
              <a:srgbClr val="28506A"/>
            </a:solidFill>
            <a:prstDash val="solid"/>
          </a:ln>
        </p:spPr>
      </p:sp>
      <p:sp>
        <p:nvSpPr>
          <p:cNvPr id="32" name="Text 30"/>
          <p:cNvSpPr/>
          <p:nvPr/>
        </p:nvSpPr>
        <p:spPr>
          <a:xfrm>
            <a:off x="630936" y="6556248"/>
            <a:ext cx="7315200" cy="173736"/>
          </a:xfrm>
          <a:prstGeom prst="rect">
            <a:avLst/>
          </a:prstGeom>
          <a:noFill/>
          <a:ln/>
        </p:spPr>
        <p:txBody>
          <a:bodyPr wrap="square" lIns="0" tIns="0" rIns="0" bIns="0" rtlCol="0" anchor="ctr">
            <a:normAutofit/>
          </a:bodyPr>
          <a:lstStyle/>
          <a:p>
            <a:pPr marL="0" indent="0">
              <a:buNone/>
            </a:pPr>
            <a:r>
              <a:rPr lang="en-US" sz="800" b="1" kern="0" spc="150" dirty="0">
                <a:solidFill>
                  <a:srgbClr val="7F9FB0"/>
                </a:solidFill>
                <a:latin typeface="Inter" pitchFamily="34" charset="0"/>
                <a:ea typeface="Inter" pitchFamily="34" charset="-122"/>
                <a:cs typeface="Inter" pitchFamily="34" charset="-120"/>
              </a:rPr>
              <a:t>C3  //  THE LAST TRANSMISSION  //  ACT I</a:t>
            </a:r>
            <a:endParaRPr lang="en-US" sz="800" dirty="0"/>
          </a:p>
        </p:txBody>
      </p:sp>
      <p:sp>
        <p:nvSpPr>
          <p:cNvPr id="33" name="Text 31"/>
          <p:cNvSpPr/>
          <p:nvPr/>
        </p:nvSpPr>
        <p:spPr>
          <a:xfrm>
            <a:off x="10972800" y="6556248"/>
            <a:ext cx="530352" cy="173736"/>
          </a:xfrm>
          <a:prstGeom prst="rect">
            <a:avLst/>
          </a:prstGeom>
          <a:noFill/>
          <a:ln/>
        </p:spPr>
        <p:txBody>
          <a:bodyPr wrap="square" lIns="0" tIns="0" rIns="0" bIns="0" rtlCol="0" anchor="ctr">
            <a:normAutofit/>
          </a:bodyPr>
          <a:lstStyle/>
          <a:p>
            <a:pPr marL="0" indent="0" algn="r">
              <a:buNone/>
            </a:pPr>
            <a:r>
              <a:rPr lang="en-US" sz="800" b="1" dirty="0">
                <a:solidFill>
                  <a:srgbClr val="7F9FB0"/>
                </a:solidFill>
                <a:latin typeface="Inter" pitchFamily="34" charset="0"/>
                <a:ea typeface="Inter" pitchFamily="34" charset="-122"/>
                <a:cs typeface="Inter" pitchFamily="34" charset="-120"/>
              </a:rPr>
              <a:t>10</a:t>
            </a:r>
            <a:endParaRPr lang="en-US" sz="800" dirty="0"/>
          </a:p>
        </p:txBody>
      </p:sp>
      <p:sp>
        <p:nvSpPr>
          <p:cNvPr id="34" name="Shape 32"/>
          <p:cNvSpPr/>
          <p:nvPr/>
        </p:nvSpPr>
        <p:spPr>
          <a:xfrm>
            <a:off x="740664" y="2103120"/>
            <a:ext cx="10689336" cy="548640"/>
          </a:xfrm>
          <a:prstGeom prst="roundRect">
            <a:avLst/>
          </a:prstGeom>
          <a:solidFill>
            <a:srgbClr val="15384B"/>
          </a:solidFill>
          <a:ln w="8890">
            <a:solidFill>
              <a:srgbClr val="28506A"/>
            </a:solidFill>
            <a:prstDash val="solid"/>
          </a:ln>
        </p:spPr>
      </p:sp>
      <p:sp>
        <p:nvSpPr>
          <p:cNvPr id="35" name="Text 33"/>
          <p:cNvSpPr/>
          <p:nvPr/>
        </p:nvSpPr>
        <p:spPr>
          <a:xfrm>
            <a:off x="896112" y="2249424"/>
            <a:ext cx="356616" cy="237744"/>
          </a:xfrm>
          <a:prstGeom prst="rect">
            <a:avLst/>
          </a:prstGeom>
          <a:noFill/>
          <a:ln/>
        </p:spPr>
        <p:txBody>
          <a:bodyPr wrap="square" lIns="0" tIns="0" rIns="0" bIns="0" rtlCol="0" anchor="ctr">
            <a:normAutofit/>
          </a:bodyPr>
          <a:lstStyle/>
          <a:p>
            <a:pPr marL="0" indent="0">
              <a:buNone/>
            </a:pPr>
            <a:r>
              <a:rPr lang="en-US" sz="1100" b="1" kern="0" spc="100" dirty="0">
                <a:solidFill>
                  <a:srgbClr val="5DE4E2"/>
                </a:solidFill>
                <a:latin typeface="Inter" pitchFamily="34" charset="0"/>
                <a:ea typeface="Inter" pitchFamily="34" charset="-122"/>
                <a:cs typeface="Inter" pitchFamily="34" charset="-120"/>
              </a:rPr>
              <a:t>#</a:t>
            </a:r>
            <a:endParaRPr lang="en-US" sz="1100" dirty="0"/>
          </a:p>
        </p:txBody>
      </p:sp>
      <p:sp>
        <p:nvSpPr>
          <p:cNvPr id="36" name="Text 34"/>
          <p:cNvSpPr/>
          <p:nvPr/>
        </p:nvSpPr>
        <p:spPr>
          <a:xfrm>
            <a:off x="1490472" y="2249424"/>
            <a:ext cx="3108960" cy="237744"/>
          </a:xfrm>
          <a:prstGeom prst="rect">
            <a:avLst/>
          </a:prstGeom>
          <a:noFill/>
          <a:ln/>
        </p:spPr>
        <p:txBody>
          <a:bodyPr wrap="square" lIns="0" tIns="0" rIns="0" bIns="0" rtlCol="0" anchor="ctr">
            <a:normAutofit/>
          </a:bodyPr>
          <a:lstStyle/>
          <a:p>
            <a:pPr marL="0" indent="0">
              <a:buNone/>
            </a:pPr>
            <a:r>
              <a:rPr lang="en-US" sz="1100" b="1" kern="0" spc="100" dirty="0">
                <a:solidFill>
                  <a:srgbClr val="5DE4E2"/>
                </a:solidFill>
                <a:latin typeface="Inter" pitchFamily="34" charset="0"/>
                <a:ea typeface="Inter" pitchFamily="34" charset="-122"/>
                <a:cs typeface="Inter" pitchFamily="34" charset="-120"/>
              </a:rPr>
              <a:t>BEHAVIOR</a:t>
            </a:r>
            <a:endParaRPr lang="en-US" sz="1100" dirty="0"/>
          </a:p>
        </p:txBody>
      </p:sp>
      <p:sp>
        <p:nvSpPr>
          <p:cNvPr id="37" name="Text 35"/>
          <p:cNvSpPr/>
          <p:nvPr/>
        </p:nvSpPr>
        <p:spPr>
          <a:xfrm>
            <a:off x="4828032" y="2249424"/>
            <a:ext cx="3017520" cy="237744"/>
          </a:xfrm>
          <a:prstGeom prst="rect">
            <a:avLst/>
          </a:prstGeom>
          <a:noFill/>
          <a:ln/>
        </p:spPr>
        <p:txBody>
          <a:bodyPr wrap="square" lIns="0" tIns="0" rIns="0" bIns="0" rtlCol="0" anchor="ctr">
            <a:normAutofit/>
          </a:bodyPr>
          <a:lstStyle/>
          <a:p>
            <a:pPr marL="0" indent="0">
              <a:buNone/>
            </a:pPr>
            <a:r>
              <a:rPr lang="en-US" sz="1100" b="1" kern="0" spc="100" dirty="0">
                <a:solidFill>
                  <a:srgbClr val="5DE4E2"/>
                </a:solidFill>
                <a:latin typeface="Inter" pitchFamily="34" charset="0"/>
                <a:ea typeface="Inter" pitchFamily="34" charset="-122"/>
                <a:cs typeface="Inter" pitchFamily="34" charset="-120"/>
              </a:rPr>
              <a:t>TEXT FRAGMENTS</a:t>
            </a:r>
            <a:endParaRPr lang="en-US" sz="1100" dirty="0"/>
          </a:p>
        </p:txBody>
      </p:sp>
      <p:sp>
        <p:nvSpPr>
          <p:cNvPr id="38" name="Text 36"/>
          <p:cNvSpPr/>
          <p:nvPr/>
        </p:nvSpPr>
        <p:spPr>
          <a:xfrm>
            <a:off x="8092440" y="2249424"/>
            <a:ext cx="2944368" cy="237744"/>
          </a:xfrm>
          <a:prstGeom prst="rect">
            <a:avLst/>
          </a:prstGeom>
          <a:noFill/>
          <a:ln/>
        </p:spPr>
        <p:txBody>
          <a:bodyPr wrap="square" lIns="0" tIns="0" rIns="0" bIns="0" rtlCol="0" anchor="ctr">
            <a:normAutofit/>
          </a:bodyPr>
          <a:lstStyle/>
          <a:p>
            <a:pPr marL="0" indent="0">
              <a:buNone/>
            </a:pPr>
            <a:r>
              <a:rPr lang="en-US" sz="1100" b="1" kern="0" spc="100" dirty="0">
                <a:solidFill>
                  <a:srgbClr val="5DE4E2"/>
                </a:solidFill>
                <a:latin typeface="Inter" pitchFamily="34" charset="0"/>
                <a:ea typeface="Inter" pitchFamily="34" charset="-122"/>
                <a:cs typeface="Inter" pitchFamily="34" charset="-120"/>
              </a:rPr>
              <a:t>EXPECTED</a:t>
            </a:r>
            <a:endParaRPr lang="en-US" sz="1100" dirty="0"/>
          </a:p>
        </p:txBody>
      </p:sp>
      <p:sp>
        <p:nvSpPr>
          <p:cNvPr id="39" name="Shape 37"/>
          <p:cNvSpPr/>
          <p:nvPr/>
        </p:nvSpPr>
        <p:spPr>
          <a:xfrm>
            <a:off x="768096" y="2715768"/>
            <a:ext cx="10625328" cy="530352"/>
          </a:xfrm>
          <a:prstGeom prst="rect">
            <a:avLst/>
          </a:prstGeom>
          <a:solidFill>
            <a:srgbClr val="0D2235">
              <a:alpha val="98000"/>
            </a:srgbClr>
          </a:solidFill>
          <a:ln w="12700">
            <a:solidFill>
              <a:srgbClr val="071321">
                <a:alpha val="0"/>
              </a:srgbClr>
            </a:solidFill>
            <a:prstDash val="solid"/>
          </a:ln>
        </p:spPr>
      </p:sp>
      <p:sp>
        <p:nvSpPr>
          <p:cNvPr id="40" name="Text 38"/>
          <p:cNvSpPr/>
          <p:nvPr/>
        </p:nvSpPr>
        <p:spPr>
          <a:xfrm>
            <a:off x="896112" y="2816352"/>
            <a:ext cx="393192" cy="301752"/>
          </a:xfrm>
          <a:prstGeom prst="rect">
            <a:avLst/>
          </a:prstGeom>
          <a:noFill/>
          <a:ln/>
        </p:spPr>
        <p:txBody>
          <a:bodyPr wrap="square" lIns="0" tIns="0" rIns="0" bIns="0" rtlCol="0" anchor="ctr">
            <a:normAutofit/>
          </a:bodyPr>
          <a:lstStyle/>
          <a:p>
            <a:pPr marL="0" indent="0">
              <a:buNone/>
            </a:pPr>
            <a:r>
              <a:rPr lang="en-US" sz="1400" b="1" dirty="0">
                <a:solidFill>
                  <a:srgbClr val="7F9FB0"/>
                </a:solidFill>
                <a:latin typeface="Inter" pitchFamily="34" charset="0"/>
                <a:ea typeface="Inter" pitchFamily="34" charset="-122"/>
                <a:cs typeface="Inter" pitchFamily="34" charset="-120"/>
              </a:rPr>
              <a:t>01</a:t>
            </a:r>
            <a:endParaRPr lang="en-US" sz="1400" dirty="0"/>
          </a:p>
        </p:txBody>
      </p:sp>
      <p:sp>
        <p:nvSpPr>
          <p:cNvPr id="41" name="Text 39"/>
          <p:cNvSpPr/>
          <p:nvPr/>
        </p:nvSpPr>
        <p:spPr>
          <a:xfrm>
            <a:off x="1490472" y="2807208"/>
            <a:ext cx="3108960" cy="310896"/>
          </a:xfrm>
          <a:prstGeom prst="rect">
            <a:avLst/>
          </a:prstGeom>
          <a:noFill/>
          <a:ln/>
        </p:spPr>
        <p:txBody>
          <a:bodyPr wrap="square" lIns="0" tIns="0" rIns="0" bIns="0" rtlCol="0" anchor="ctr">
            <a:normAutofit/>
          </a:bodyPr>
          <a:lstStyle/>
          <a:p>
            <a:pPr marL="0" indent="0">
              <a:buNone/>
            </a:pPr>
            <a:r>
              <a:rPr lang="en-US" sz="1500" dirty="0">
                <a:solidFill>
                  <a:srgbClr val="F0F8FC"/>
                </a:solidFill>
                <a:latin typeface="Inter" pitchFamily="34" charset="0"/>
                <a:ea typeface="Inter" pitchFamily="34" charset="-122"/>
                <a:cs typeface="Inter" pitchFamily="34" charset="-120"/>
              </a:rPr>
              <a:t>No fragments</a:t>
            </a:r>
            <a:endParaRPr lang="en-US" sz="1500" dirty="0"/>
          </a:p>
        </p:txBody>
      </p:sp>
      <p:sp>
        <p:nvSpPr>
          <p:cNvPr id="42" name="Text 40"/>
          <p:cNvSpPr/>
          <p:nvPr/>
        </p:nvSpPr>
        <p:spPr>
          <a:xfrm>
            <a:off x="4828032" y="2807208"/>
            <a:ext cx="3017520" cy="310896"/>
          </a:xfrm>
          <a:prstGeom prst="rect">
            <a:avLst/>
          </a:prstGeom>
          <a:noFill/>
          <a:ln/>
        </p:spPr>
        <p:txBody>
          <a:bodyPr wrap="square" lIns="0" tIns="0" rIns="0" bIns="0" rtlCol="0" anchor="ctr">
            <a:normAutofit/>
          </a:bodyPr>
          <a:lstStyle/>
          <a:p>
            <a:pPr marL="0" indent="0">
              <a:buNone/>
            </a:pPr>
            <a:r>
              <a:rPr lang="en-US" sz="1390" dirty="0">
                <a:solidFill>
                  <a:srgbClr val="B0C6D1"/>
                </a:solidFill>
                <a:latin typeface="DejaVu Sans Mono" pitchFamily="34" charset="0"/>
                <a:ea typeface="DejaVu Sans Mono" pitchFamily="34" charset="-122"/>
                <a:cs typeface="DejaVu Sans Mono" pitchFamily="34" charset="-120"/>
              </a:rPr>
              <a:t>(no lines)</a:t>
            </a:r>
            <a:endParaRPr lang="en-US" sz="1390" dirty="0"/>
          </a:p>
        </p:txBody>
      </p:sp>
      <p:sp>
        <p:nvSpPr>
          <p:cNvPr id="43" name="Text 41"/>
          <p:cNvSpPr/>
          <p:nvPr/>
        </p:nvSpPr>
        <p:spPr>
          <a:xfrm>
            <a:off x="8092440" y="2807208"/>
            <a:ext cx="2971800" cy="310896"/>
          </a:xfrm>
          <a:prstGeom prst="rect">
            <a:avLst/>
          </a:prstGeom>
          <a:noFill/>
          <a:ln/>
        </p:spPr>
        <p:txBody>
          <a:bodyPr wrap="square" lIns="0" tIns="0" rIns="0" bIns="0" rtlCol="0" anchor="ctr">
            <a:normAutofit/>
          </a:bodyPr>
          <a:lstStyle/>
          <a:p>
            <a:pPr marL="0" indent="0">
              <a:buNone/>
            </a:pPr>
            <a:r>
              <a:rPr lang="en-US" sz="1390" dirty="0">
                <a:solidFill>
                  <a:srgbClr val="F0F8FC"/>
                </a:solidFill>
                <a:latin typeface="DejaVu Sans Mono" pitchFamily="34" charset="0"/>
                <a:ea typeface="DejaVu Sans Mono" pitchFamily="34" charset="-122"/>
                <a:cs typeface="DejaVu Sans Mono" pitchFamily="34" charset="-120"/>
              </a:rPr>
              <a:t>""</a:t>
            </a:r>
            <a:endParaRPr lang="en-US" sz="1390" dirty="0"/>
          </a:p>
        </p:txBody>
      </p:sp>
      <p:sp>
        <p:nvSpPr>
          <p:cNvPr id="44" name="Shape 42"/>
          <p:cNvSpPr/>
          <p:nvPr/>
        </p:nvSpPr>
        <p:spPr>
          <a:xfrm>
            <a:off x="768096" y="3300984"/>
            <a:ext cx="10625328" cy="530352"/>
          </a:xfrm>
          <a:prstGeom prst="rect">
            <a:avLst/>
          </a:prstGeom>
          <a:solidFill>
            <a:srgbClr val="101F31">
              <a:alpha val="98000"/>
            </a:srgbClr>
          </a:solidFill>
          <a:ln w="12700">
            <a:solidFill>
              <a:srgbClr val="071321">
                <a:alpha val="0"/>
              </a:srgbClr>
            </a:solidFill>
            <a:prstDash val="solid"/>
          </a:ln>
        </p:spPr>
      </p:sp>
      <p:sp>
        <p:nvSpPr>
          <p:cNvPr id="45" name="Text 43"/>
          <p:cNvSpPr/>
          <p:nvPr/>
        </p:nvSpPr>
        <p:spPr>
          <a:xfrm>
            <a:off x="896112" y="3401568"/>
            <a:ext cx="393192" cy="301752"/>
          </a:xfrm>
          <a:prstGeom prst="rect">
            <a:avLst/>
          </a:prstGeom>
          <a:noFill/>
          <a:ln/>
        </p:spPr>
        <p:txBody>
          <a:bodyPr wrap="square" lIns="0" tIns="0" rIns="0" bIns="0" rtlCol="0" anchor="ctr">
            <a:normAutofit/>
          </a:bodyPr>
          <a:lstStyle/>
          <a:p>
            <a:pPr marL="0" indent="0">
              <a:buNone/>
            </a:pPr>
            <a:r>
              <a:rPr lang="en-US" sz="1400" b="1" dirty="0">
                <a:solidFill>
                  <a:srgbClr val="7F9FB0"/>
                </a:solidFill>
                <a:latin typeface="Inter" pitchFamily="34" charset="0"/>
                <a:ea typeface="Inter" pitchFamily="34" charset="-122"/>
                <a:cs typeface="Inter" pitchFamily="34" charset="-120"/>
              </a:rPr>
              <a:t>02</a:t>
            </a:r>
            <a:endParaRPr lang="en-US" sz="1400" dirty="0"/>
          </a:p>
        </p:txBody>
      </p:sp>
      <p:sp>
        <p:nvSpPr>
          <p:cNvPr id="46" name="Text 44"/>
          <p:cNvSpPr/>
          <p:nvPr/>
        </p:nvSpPr>
        <p:spPr>
          <a:xfrm>
            <a:off x="1490472" y="3392424"/>
            <a:ext cx="3108960" cy="310896"/>
          </a:xfrm>
          <a:prstGeom prst="rect">
            <a:avLst/>
          </a:prstGeom>
          <a:noFill/>
          <a:ln/>
        </p:spPr>
        <p:txBody>
          <a:bodyPr wrap="square" lIns="0" tIns="0" rIns="0" bIns="0" rtlCol="0" anchor="ctr">
            <a:normAutofit/>
          </a:bodyPr>
          <a:lstStyle/>
          <a:p>
            <a:pPr marL="0" indent="0">
              <a:buNone/>
            </a:pPr>
            <a:r>
              <a:rPr lang="en-US" sz="1500" dirty="0">
                <a:solidFill>
                  <a:srgbClr val="F0F8FC"/>
                </a:solidFill>
                <a:latin typeface="Inter" pitchFamily="34" charset="0"/>
                <a:ea typeface="Inter" pitchFamily="34" charset="-122"/>
                <a:cs typeface="Inter" pitchFamily="34" charset="-120"/>
              </a:rPr>
              <a:t>One fragment</a:t>
            </a:r>
            <a:endParaRPr lang="en-US" sz="1500" dirty="0"/>
          </a:p>
        </p:txBody>
      </p:sp>
      <p:sp>
        <p:nvSpPr>
          <p:cNvPr id="47" name="Text 45"/>
          <p:cNvSpPr/>
          <p:nvPr/>
        </p:nvSpPr>
        <p:spPr>
          <a:xfrm>
            <a:off x="4828032" y="3392424"/>
            <a:ext cx="3017520" cy="310896"/>
          </a:xfrm>
          <a:prstGeom prst="rect">
            <a:avLst/>
          </a:prstGeom>
          <a:noFill/>
          <a:ln/>
        </p:spPr>
        <p:txBody>
          <a:bodyPr wrap="square" lIns="0" tIns="0" rIns="0" bIns="0" rtlCol="0" anchor="ctr">
            <a:normAutofit/>
          </a:bodyPr>
          <a:lstStyle/>
          <a:p>
            <a:pPr marL="0" indent="0">
              <a:buNone/>
            </a:pPr>
            <a:r>
              <a:rPr lang="en-US" sz="1390" dirty="0">
                <a:solidFill>
                  <a:srgbClr val="B0C6D1"/>
                </a:solidFill>
                <a:latin typeface="DejaVu Sans Mono" pitchFamily="34" charset="0"/>
                <a:ea typeface="DejaVu Sans Mono" pitchFamily="34" charset="-122"/>
                <a:cs typeface="DejaVu Sans Mono" pitchFamily="34" charset="-120"/>
              </a:rPr>
              <a:t>HELLO</a:t>
            </a:r>
            <a:endParaRPr lang="en-US" sz="1390" dirty="0"/>
          </a:p>
        </p:txBody>
      </p:sp>
      <p:sp>
        <p:nvSpPr>
          <p:cNvPr id="48" name="Text 46"/>
          <p:cNvSpPr/>
          <p:nvPr/>
        </p:nvSpPr>
        <p:spPr>
          <a:xfrm>
            <a:off x="8092440" y="3392424"/>
            <a:ext cx="2971800" cy="310896"/>
          </a:xfrm>
          <a:prstGeom prst="rect">
            <a:avLst/>
          </a:prstGeom>
          <a:noFill/>
          <a:ln/>
        </p:spPr>
        <p:txBody>
          <a:bodyPr wrap="square" lIns="0" tIns="0" rIns="0" bIns="0" rtlCol="0" anchor="ctr">
            <a:normAutofit/>
          </a:bodyPr>
          <a:lstStyle/>
          <a:p>
            <a:pPr marL="0" indent="0">
              <a:buNone/>
            </a:pPr>
            <a:r>
              <a:rPr lang="en-US" sz="1390" dirty="0">
                <a:solidFill>
                  <a:srgbClr val="F0F8FC"/>
                </a:solidFill>
                <a:latin typeface="DejaVu Sans Mono" pitchFamily="34" charset="0"/>
                <a:ea typeface="DejaVu Sans Mono" pitchFamily="34" charset="-122"/>
                <a:cs typeface="DejaVu Sans Mono" pitchFamily="34" charset="-120"/>
              </a:rPr>
              <a:t>HELLO</a:t>
            </a:r>
            <a:endParaRPr lang="en-US" sz="1390" dirty="0"/>
          </a:p>
        </p:txBody>
      </p:sp>
      <p:sp>
        <p:nvSpPr>
          <p:cNvPr id="49" name="Shape 47"/>
          <p:cNvSpPr/>
          <p:nvPr/>
        </p:nvSpPr>
        <p:spPr>
          <a:xfrm>
            <a:off x="768096" y="3886200"/>
            <a:ext cx="10625328" cy="530352"/>
          </a:xfrm>
          <a:prstGeom prst="rect">
            <a:avLst/>
          </a:prstGeom>
          <a:solidFill>
            <a:srgbClr val="0D2235">
              <a:alpha val="98000"/>
            </a:srgbClr>
          </a:solidFill>
          <a:ln w="12700">
            <a:solidFill>
              <a:srgbClr val="071321">
                <a:alpha val="0"/>
              </a:srgbClr>
            </a:solidFill>
            <a:prstDash val="solid"/>
          </a:ln>
        </p:spPr>
      </p:sp>
      <p:sp>
        <p:nvSpPr>
          <p:cNvPr id="50" name="Text 48"/>
          <p:cNvSpPr/>
          <p:nvPr/>
        </p:nvSpPr>
        <p:spPr>
          <a:xfrm>
            <a:off x="896112" y="3986784"/>
            <a:ext cx="393192" cy="301752"/>
          </a:xfrm>
          <a:prstGeom prst="rect">
            <a:avLst/>
          </a:prstGeom>
          <a:noFill/>
          <a:ln/>
        </p:spPr>
        <p:txBody>
          <a:bodyPr wrap="square" lIns="0" tIns="0" rIns="0" bIns="0" rtlCol="0" anchor="ctr">
            <a:normAutofit/>
          </a:bodyPr>
          <a:lstStyle/>
          <a:p>
            <a:pPr marL="0" indent="0">
              <a:buNone/>
            </a:pPr>
            <a:r>
              <a:rPr lang="en-US" sz="1400" b="1" dirty="0">
                <a:solidFill>
                  <a:srgbClr val="7F9FB0"/>
                </a:solidFill>
                <a:latin typeface="Inter" pitchFamily="34" charset="0"/>
                <a:ea typeface="Inter" pitchFamily="34" charset="-122"/>
                <a:cs typeface="Inter" pitchFamily="34" charset="-120"/>
              </a:rPr>
              <a:t>03</a:t>
            </a:r>
            <a:endParaRPr lang="en-US" sz="1400" dirty="0"/>
          </a:p>
        </p:txBody>
      </p:sp>
      <p:sp>
        <p:nvSpPr>
          <p:cNvPr id="51" name="Text 49"/>
          <p:cNvSpPr/>
          <p:nvPr/>
        </p:nvSpPr>
        <p:spPr>
          <a:xfrm>
            <a:off x="1490472" y="3977640"/>
            <a:ext cx="3108960" cy="310896"/>
          </a:xfrm>
          <a:prstGeom prst="rect">
            <a:avLst/>
          </a:prstGeom>
          <a:noFill/>
          <a:ln/>
        </p:spPr>
        <p:txBody>
          <a:bodyPr wrap="square" lIns="0" tIns="0" rIns="0" bIns="0" rtlCol="0" anchor="ctr">
            <a:normAutofit/>
          </a:bodyPr>
          <a:lstStyle/>
          <a:p>
            <a:pPr marL="0" indent="0">
              <a:buNone/>
            </a:pPr>
            <a:r>
              <a:rPr lang="en-US" sz="1500" dirty="0">
                <a:solidFill>
                  <a:srgbClr val="F0F8FC"/>
                </a:solidFill>
                <a:latin typeface="Inter" pitchFamily="34" charset="0"/>
                <a:ea typeface="Inter" pitchFamily="34" charset="-122"/>
                <a:cs typeface="Inter" pitchFamily="34" charset="-120"/>
              </a:rPr>
              <a:t>Two fragments</a:t>
            </a:r>
            <a:endParaRPr lang="en-US" sz="1500" dirty="0"/>
          </a:p>
        </p:txBody>
      </p:sp>
      <p:sp>
        <p:nvSpPr>
          <p:cNvPr id="52" name="Text 50"/>
          <p:cNvSpPr/>
          <p:nvPr/>
        </p:nvSpPr>
        <p:spPr>
          <a:xfrm>
            <a:off x="4828032" y="3977640"/>
            <a:ext cx="3017520" cy="310896"/>
          </a:xfrm>
          <a:prstGeom prst="rect">
            <a:avLst/>
          </a:prstGeom>
          <a:noFill/>
          <a:ln/>
        </p:spPr>
        <p:txBody>
          <a:bodyPr wrap="square" lIns="0" tIns="0" rIns="0" bIns="0" rtlCol="0" anchor="ctr">
            <a:normAutofit/>
          </a:bodyPr>
          <a:lstStyle/>
          <a:p>
            <a:pPr marL="0" indent="0">
              <a:buNone/>
            </a:pPr>
            <a:r>
              <a:rPr lang="en-US" sz="1390" dirty="0">
                <a:solidFill>
                  <a:srgbClr val="B0C6D1"/>
                </a:solidFill>
                <a:latin typeface="DejaVu Sans Mono" pitchFamily="34" charset="0"/>
                <a:ea typeface="DejaVu Sans Mono" pitchFamily="34" charset="-122"/>
                <a:cs typeface="DejaVu Sans Mono" pitchFamily="34" charset="-120"/>
              </a:rPr>
              <a:t>HELLO / EARTH</a:t>
            </a:r>
            <a:endParaRPr lang="en-US" sz="1390" dirty="0"/>
          </a:p>
        </p:txBody>
      </p:sp>
      <p:sp>
        <p:nvSpPr>
          <p:cNvPr id="53" name="Text 51"/>
          <p:cNvSpPr/>
          <p:nvPr/>
        </p:nvSpPr>
        <p:spPr>
          <a:xfrm>
            <a:off x="8092440" y="3977640"/>
            <a:ext cx="2971800" cy="310896"/>
          </a:xfrm>
          <a:prstGeom prst="rect">
            <a:avLst/>
          </a:prstGeom>
          <a:noFill/>
          <a:ln/>
        </p:spPr>
        <p:txBody>
          <a:bodyPr wrap="square" lIns="0" tIns="0" rIns="0" bIns="0" rtlCol="0" anchor="ctr">
            <a:normAutofit/>
          </a:bodyPr>
          <a:lstStyle/>
          <a:p>
            <a:pPr marL="0" indent="0">
              <a:buNone/>
            </a:pPr>
            <a:r>
              <a:rPr lang="en-US" sz="1390" dirty="0">
                <a:solidFill>
                  <a:srgbClr val="F0F8FC"/>
                </a:solidFill>
                <a:latin typeface="DejaVu Sans Mono" pitchFamily="34" charset="0"/>
                <a:ea typeface="DejaVu Sans Mono" pitchFamily="34" charset="-122"/>
                <a:cs typeface="DejaVu Sans Mono" pitchFamily="34" charset="-120"/>
              </a:rPr>
              <a:t>HELLO EARTH</a:t>
            </a:r>
            <a:endParaRPr lang="en-US" sz="1390" dirty="0"/>
          </a:p>
        </p:txBody>
      </p:sp>
      <p:sp>
        <p:nvSpPr>
          <p:cNvPr id="54" name="Shape 52"/>
          <p:cNvSpPr/>
          <p:nvPr/>
        </p:nvSpPr>
        <p:spPr>
          <a:xfrm>
            <a:off x="768096" y="4471416"/>
            <a:ext cx="10625328" cy="530352"/>
          </a:xfrm>
          <a:prstGeom prst="rect">
            <a:avLst/>
          </a:prstGeom>
          <a:solidFill>
            <a:srgbClr val="101F31">
              <a:alpha val="98000"/>
            </a:srgbClr>
          </a:solidFill>
          <a:ln w="12700">
            <a:solidFill>
              <a:srgbClr val="071321">
                <a:alpha val="0"/>
              </a:srgbClr>
            </a:solidFill>
            <a:prstDash val="solid"/>
          </a:ln>
        </p:spPr>
      </p:sp>
      <p:sp>
        <p:nvSpPr>
          <p:cNvPr id="55" name="Text 53"/>
          <p:cNvSpPr/>
          <p:nvPr/>
        </p:nvSpPr>
        <p:spPr>
          <a:xfrm>
            <a:off x="896112" y="4572000"/>
            <a:ext cx="393192" cy="301752"/>
          </a:xfrm>
          <a:prstGeom prst="rect">
            <a:avLst/>
          </a:prstGeom>
          <a:noFill/>
          <a:ln/>
        </p:spPr>
        <p:txBody>
          <a:bodyPr wrap="square" lIns="0" tIns="0" rIns="0" bIns="0" rtlCol="0" anchor="ctr">
            <a:normAutofit/>
          </a:bodyPr>
          <a:lstStyle/>
          <a:p>
            <a:pPr marL="0" indent="0">
              <a:buNone/>
            </a:pPr>
            <a:r>
              <a:rPr lang="en-US" sz="1400" b="1" dirty="0">
                <a:solidFill>
                  <a:srgbClr val="7F9FB0"/>
                </a:solidFill>
                <a:latin typeface="Inter" pitchFamily="34" charset="0"/>
                <a:ea typeface="Inter" pitchFamily="34" charset="-122"/>
                <a:cs typeface="Inter" pitchFamily="34" charset="-120"/>
              </a:rPr>
              <a:t>04</a:t>
            </a:r>
            <a:endParaRPr lang="en-US" sz="1400" dirty="0"/>
          </a:p>
        </p:txBody>
      </p:sp>
      <p:sp>
        <p:nvSpPr>
          <p:cNvPr id="56" name="Text 54"/>
          <p:cNvSpPr/>
          <p:nvPr/>
        </p:nvSpPr>
        <p:spPr>
          <a:xfrm>
            <a:off x="1490472" y="4562856"/>
            <a:ext cx="3108960" cy="310896"/>
          </a:xfrm>
          <a:prstGeom prst="rect">
            <a:avLst/>
          </a:prstGeom>
          <a:noFill/>
          <a:ln/>
        </p:spPr>
        <p:txBody>
          <a:bodyPr wrap="square" lIns="0" tIns="0" rIns="0" bIns="0" rtlCol="0" anchor="ctr">
            <a:normAutofit/>
          </a:bodyPr>
          <a:lstStyle/>
          <a:p>
            <a:pPr marL="0" indent="0">
              <a:buNone/>
            </a:pPr>
            <a:r>
              <a:rPr lang="en-US" sz="1500" dirty="0">
                <a:solidFill>
                  <a:srgbClr val="F0F8FC"/>
                </a:solidFill>
                <a:latin typeface="Inter" pitchFamily="34" charset="0"/>
                <a:ea typeface="Inter" pitchFamily="34" charset="-122"/>
                <a:cs typeface="Inter" pitchFamily="34" charset="-120"/>
              </a:rPr>
              <a:t>Three fragments</a:t>
            </a:r>
            <a:endParaRPr lang="en-US" sz="1500" dirty="0"/>
          </a:p>
        </p:txBody>
      </p:sp>
      <p:sp>
        <p:nvSpPr>
          <p:cNvPr id="57" name="Text 55"/>
          <p:cNvSpPr/>
          <p:nvPr/>
        </p:nvSpPr>
        <p:spPr>
          <a:xfrm>
            <a:off x="4828032" y="4562856"/>
            <a:ext cx="3017520" cy="310896"/>
          </a:xfrm>
          <a:prstGeom prst="rect">
            <a:avLst/>
          </a:prstGeom>
          <a:noFill/>
          <a:ln/>
        </p:spPr>
        <p:txBody>
          <a:bodyPr wrap="square" lIns="0" tIns="0" rIns="0" bIns="0" rtlCol="0" anchor="ctr">
            <a:normAutofit/>
          </a:bodyPr>
          <a:lstStyle/>
          <a:p>
            <a:pPr marL="0" indent="0">
              <a:buNone/>
            </a:pPr>
            <a:r>
              <a:rPr lang="en-US" sz="1390" dirty="0">
                <a:solidFill>
                  <a:srgbClr val="B0C6D1"/>
                </a:solidFill>
                <a:latin typeface="DejaVu Sans Mono" pitchFamily="34" charset="0"/>
                <a:ea typeface="DejaVu Sans Mono" pitchFamily="34" charset="-122"/>
                <a:cs typeface="DejaVu Sans Mono" pitchFamily="34" charset="-120"/>
              </a:rPr>
              <a:t>WE / ARE / NOT</a:t>
            </a:r>
            <a:endParaRPr lang="en-US" sz="1390" dirty="0"/>
          </a:p>
        </p:txBody>
      </p:sp>
      <p:sp>
        <p:nvSpPr>
          <p:cNvPr id="58" name="Text 56"/>
          <p:cNvSpPr/>
          <p:nvPr/>
        </p:nvSpPr>
        <p:spPr>
          <a:xfrm>
            <a:off x="8092440" y="4562856"/>
            <a:ext cx="2971800" cy="310896"/>
          </a:xfrm>
          <a:prstGeom prst="rect">
            <a:avLst/>
          </a:prstGeom>
          <a:noFill/>
          <a:ln/>
        </p:spPr>
        <p:txBody>
          <a:bodyPr wrap="square" lIns="0" tIns="0" rIns="0" bIns="0" rtlCol="0" anchor="ctr">
            <a:normAutofit/>
          </a:bodyPr>
          <a:lstStyle/>
          <a:p>
            <a:pPr marL="0" indent="0">
              <a:buNone/>
            </a:pPr>
            <a:r>
              <a:rPr lang="en-US" sz="1390" b="1" dirty="0">
                <a:solidFill>
                  <a:srgbClr val="FFC26E"/>
                </a:solidFill>
                <a:latin typeface="DejaVu Sans Mono" pitchFamily="34" charset="0"/>
                <a:ea typeface="DejaVu Sans Mono" pitchFamily="34" charset="-122"/>
                <a:cs typeface="DejaVu Sans Mono" pitchFamily="34" charset="-120"/>
              </a:rPr>
              <a:t>WE ARE NOT</a:t>
            </a:r>
            <a:endParaRPr lang="en-US" sz="1390" dirty="0"/>
          </a:p>
        </p:txBody>
      </p:sp>
      <p:sp>
        <p:nvSpPr>
          <p:cNvPr id="59" name="Shape 57"/>
          <p:cNvSpPr/>
          <p:nvPr/>
        </p:nvSpPr>
        <p:spPr>
          <a:xfrm>
            <a:off x="768096" y="5056632"/>
            <a:ext cx="10625328" cy="530352"/>
          </a:xfrm>
          <a:prstGeom prst="rect">
            <a:avLst/>
          </a:prstGeom>
          <a:solidFill>
            <a:srgbClr val="0D2235">
              <a:alpha val="98000"/>
            </a:srgbClr>
          </a:solidFill>
          <a:ln w="12700">
            <a:solidFill>
              <a:srgbClr val="071321">
                <a:alpha val="0"/>
              </a:srgbClr>
            </a:solidFill>
            <a:prstDash val="solid"/>
          </a:ln>
        </p:spPr>
      </p:sp>
      <p:sp>
        <p:nvSpPr>
          <p:cNvPr id="60" name="Text 58"/>
          <p:cNvSpPr/>
          <p:nvPr/>
        </p:nvSpPr>
        <p:spPr>
          <a:xfrm>
            <a:off x="896112" y="5157216"/>
            <a:ext cx="393192" cy="301752"/>
          </a:xfrm>
          <a:prstGeom prst="rect">
            <a:avLst/>
          </a:prstGeom>
          <a:noFill/>
          <a:ln/>
        </p:spPr>
        <p:txBody>
          <a:bodyPr wrap="square" lIns="0" tIns="0" rIns="0" bIns="0" rtlCol="0" anchor="ctr">
            <a:normAutofit/>
          </a:bodyPr>
          <a:lstStyle/>
          <a:p>
            <a:pPr marL="0" indent="0">
              <a:buNone/>
            </a:pPr>
            <a:r>
              <a:rPr lang="en-US" sz="1400" b="1" dirty="0">
                <a:solidFill>
                  <a:srgbClr val="7F9FB0"/>
                </a:solidFill>
                <a:latin typeface="Inter" pitchFamily="34" charset="0"/>
                <a:ea typeface="Inter" pitchFamily="34" charset="-122"/>
                <a:cs typeface="Inter" pitchFamily="34" charset="-120"/>
              </a:rPr>
              <a:t>05</a:t>
            </a:r>
            <a:endParaRPr lang="en-US" sz="1400" dirty="0"/>
          </a:p>
        </p:txBody>
      </p:sp>
      <p:sp>
        <p:nvSpPr>
          <p:cNvPr id="61" name="Text 59"/>
          <p:cNvSpPr/>
          <p:nvPr/>
        </p:nvSpPr>
        <p:spPr>
          <a:xfrm>
            <a:off x="1490472" y="5148072"/>
            <a:ext cx="3108960" cy="310896"/>
          </a:xfrm>
          <a:prstGeom prst="rect">
            <a:avLst/>
          </a:prstGeom>
          <a:noFill/>
          <a:ln/>
        </p:spPr>
        <p:txBody>
          <a:bodyPr wrap="square" lIns="0" tIns="0" rIns="0" bIns="0" rtlCol="0" anchor="ctr">
            <a:normAutofit/>
          </a:bodyPr>
          <a:lstStyle/>
          <a:p>
            <a:pPr marL="0" indent="0">
              <a:buNone/>
            </a:pPr>
            <a:r>
              <a:rPr lang="en-US" sz="1500" dirty="0">
                <a:solidFill>
                  <a:srgbClr val="F0F8FC"/>
                </a:solidFill>
                <a:latin typeface="Inter" pitchFamily="34" charset="0"/>
                <a:ea typeface="Inter" pitchFamily="34" charset="-122"/>
                <a:cs typeface="Inter" pitchFamily="34" charset="-120"/>
              </a:rPr>
              <a:t>Text includes a space</a:t>
            </a:r>
            <a:endParaRPr lang="en-US" sz="1500" dirty="0"/>
          </a:p>
        </p:txBody>
      </p:sp>
      <p:sp>
        <p:nvSpPr>
          <p:cNvPr id="62" name="Text 60"/>
          <p:cNvSpPr/>
          <p:nvPr/>
        </p:nvSpPr>
        <p:spPr>
          <a:xfrm>
            <a:off x="4828032" y="5148072"/>
            <a:ext cx="3017520" cy="310896"/>
          </a:xfrm>
          <a:prstGeom prst="rect">
            <a:avLst/>
          </a:prstGeom>
          <a:noFill/>
          <a:ln/>
        </p:spPr>
        <p:txBody>
          <a:bodyPr wrap="square" lIns="0" tIns="0" rIns="0" bIns="0" rtlCol="0" anchor="ctr">
            <a:normAutofit/>
          </a:bodyPr>
          <a:lstStyle/>
          <a:p>
            <a:pPr marL="0" indent="0">
              <a:buNone/>
            </a:pPr>
            <a:r>
              <a:rPr lang="en-US" sz="1390" dirty="0">
                <a:solidFill>
                  <a:srgbClr val="B0C6D1"/>
                </a:solidFill>
                <a:latin typeface="DejaVu Sans Mono" pitchFamily="34" charset="0"/>
                <a:ea typeface="DejaVu Sans Mono" pitchFamily="34" charset="-122"/>
                <a:cs typeface="DejaVu Sans Mono" pitchFamily="34" charset="-120"/>
              </a:rPr>
              <a:t>GOOD MORNING</a:t>
            </a:r>
            <a:endParaRPr lang="en-US" sz="1390" dirty="0"/>
          </a:p>
        </p:txBody>
      </p:sp>
      <p:sp>
        <p:nvSpPr>
          <p:cNvPr id="63" name="Text 61"/>
          <p:cNvSpPr/>
          <p:nvPr/>
        </p:nvSpPr>
        <p:spPr>
          <a:xfrm>
            <a:off x="8092440" y="5148072"/>
            <a:ext cx="2971800" cy="310896"/>
          </a:xfrm>
          <a:prstGeom prst="rect">
            <a:avLst/>
          </a:prstGeom>
          <a:noFill/>
          <a:ln/>
        </p:spPr>
        <p:txBody>
          <a:bodyPr wrap="square" lIns="0" tIns="0" rIns="0" bIns="0" rtlCol="0" anchor="ctr">
            <a:normAutofit/>
          </a:bodyPr>
          <a:lstStyle/>
          <a:p>
            <a:pPr marL="0" indent="0">
              <a:buNone/>
            </a:pPr>
            <a:r>
              <a:rPr lang="en-US" sz="1390" dirty="0">
                <a:solidFill>
                  <a:srgbClr val="F0F8FC"/>
                </a:solidFill>
                <a:latin typeface="DejaVu Sans Mono" pitchFamily="34" charset="0"/>
                <a:ea typeface="DejaVu Sans Mono" pitchFamily="34" charset="-122"/>
                <a:cs typeface="DejaVu Sans Mono" pitchFamily="34" charset="-120"/>
              </a:rPr>
              <a:t>GOOD MORNING</a:t>
            </a:r>
            <a:endParaRPr lang="en-US" sz="1390" dirty="0"/>
          </a:p>
        </p:txBody>
      </p:sp>
      <p:sp>
        <p:nvSpPr>
          <p:cNvPr id="64" name="Shape 62"/>
          <p:cNvSpPr/>
          <p:nvPr/>
        </p:nvSpPr>
        <p:spPr>
          <a:xfrm>
            <a:off x="2587752" y="5971032"/>
            <a:ext cx="6967728" cy="301752"/>
          </a:xfrm>
          <a:prstGeom prst="roundRect">
            <a:avLst/>
          </a:prstGeom>
          <a:solidFill>
            <a:srgbClr val="FFC26E">
              <a:alpha val="16000"/>
            </a:srgbClr>
          </a:solidFill>
          <a:ln w="6350">
            <a:solidFill>
              <a:srgbClr val="FFC26E">
                <a:alpha val="52000"/>
              </a:srgbClr>
            </a:solidFill>
            <a:prstDash val="solid"/>
          </a:ln>
        </p:spPr>
      </p:sp>
      <p:sp>
        <p:nvSpPr>
          <p:cNvPr id="65" name="Text 63"/>
          <p:cNvSpPr/>
          <p:nvPr/>
        </p:nvSpPr>
        <p:spPr>
          <a:xfrm>
            <a:off x="2660904" y="6007608"/>
            <a:ext cx="6821424" cy="210312"/>
          </a:xfrm>
          <a:prstGeom prst="rect">
            <a:avLst/>
          </a:prstGeom>
          <a:noFill/>
          <a:ln/>
        </p:spPr>
        <p:txBody>
          <a:bodyPr wrap="square" lIns="0" tIns="0" rIns="0" bIns="0" rtlCol="0" anchor="ctr">
            <a:normAutofit/>
          </a:bodyPr>
          <a:lstStyle/>
          <a:p>
            <a:pPr marL="0" indent="0" algn="ctr">
              <a:buNone/>
            </a:pPr>
            <a:r>
              <a:rPr lang="en-US" sz="900" b="1" dirty="0">
                <a:solidFill>
                  <a:srgbClr val="FFC26E"/>
                </a:solidFill>
                <a:latin typeface="Inter" pitchFamily="34" charset="0"/>
                <a:ea typeface="Inter" pitchFamily="34" charset="-122"/>
                <a:cs typeface="Inter" pitchFamily="34" charset="-120"/>
              </a:rPr>
              <a:t>ONE BEHAVIOR PER RED–GREEN–REFACTOR CYCLE</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984668" y="286593"/>
            <a:ext cx="8835" cy="8835"/>
          </a:xfrm>
          <a:prstGeom prst="ellipse">
            <a:avLst/>
          </a:prstGeom>
          <a:solidFill>
            <a:srgbClr val="5DE4E2">
              <a:alpha val="55000"/>
            </a:srgbClr>
          </a:solidFill>
          <a:ln w="12700">
            <a:solidFill>
              <a:srgbClr val="071321">
                <a:alpha val="0"/>
              </a:srgbClr>
            </a:solidFill>
            <a:prstDash val="solid"/>
          </a:ln>
        </p:spPr>
      </p:sp>
      <p:sp>
        <p:nvSpPr>
          <p:cNvPr id="3" name="Shape 1"/>
          <p:cNvSpPr/>
          <p:nvPr/>
        </p:nvSpPr>
        <p:spPr>
          <a:xfrm>
            <a:off x="3539681" y="1559787"/>
            <a:ext cx="7753" cy="7753"/>
          </a:xfrm>
          <a:prstGeom prst="ellipse">
            <a:avLst/>
          </a:prstGeom>
          <a:solidFill>
            <a:srgbClr val="D3E2ED">
              <a:alpha val="30000"/>
            </a:srgbClr>
          </a:solidFill>
          <a:ln w="12700">
            <a:solidFill>
              <a:srgbClr val="071321">
                <a:alpha val="0"/>
              </a:srgbClr>
            </a:solidFill>
            <a:prstDash val="solid"/>
          </a:ln>
        </p:spPr>
      </p:sp>
      <p:sp>
        <p:nvSpPr>
          <p:cNvPr id="4" name="Shape 2"/>
          <p:cNvSpPr/>
          <p:nvPr/>
        </p:nvSpPr>
        <p:spPr>
          <a:xfrm>
            <a:off x="4286480" y="4977728"/>
            <a:ext cx="14953" cy="14953"/>
          </a:xfrm>
          <a:prstGeom prst="ellipse">
            <a:avLst/>
          </a:prstGeom>
          <a:solidFill>
            <a:srgbClr val="D3E2ED">
              <a:alpha val="30000"/>
            </a:srgbClr>
          </a:solidFill>
          <a:ln w="12700">
            <a:solidFill>
              <a:srgbClr val="071321">
                <a:alpha val="0"/>
              </a:srgbClr>
            </a:solidFill>
            <a:prstDash val="solid"/>
          </a:ln>
        </p:spPr>
      </p:sp>
      <p:sp>
        <p:nvSpPr>
          <p:cNvPr id="5" name="Shape 3"/>
          <p:cNvSpPr/>
          <p:nvPr/>
        </p:nvSpPr>
        <p:spPr>
          <a:xfrm>
            <a:off x="10152347" y="4959248"/>
            <a:ext cx="9630" cy="9630"/>
          </a:xfrm>
          <a:prstGeom prst="ellipse">
            <a:avLst/>
          </a:prstGeom>
          <a:solidFill>
            <a:srgbClr val="D3E2ED">
              <a:alpha val="30000"/>
            </a:srgbClr>
          </a:solidFill>
          <a:ln w="12700">
            <a:solidFill>
              <a:srgbClr val="071321">
                <a:alpha val="0"/>
              </a:srgbClr>
            </a:solidFill>
            <a:prstDash val="solid"/>
          </a:ln>
        </p:spPr>
      </p:sp>
      <p:sp>
        <p:nvSpPr>
          <p:cNvPr id="6" name="Shape 4"/>
          <p:cNvSpPr/>
          <p:nvPr/>
        </p:nvSpPr>
        <p:spPr>
          <a:xfrm>
            <a:off x="9527322" y="1273651"/>
            <a:ext cx="8518" cy="8518"/>
          </a:xfrm>
          <a:prstGeom prst="ellipse">
            <a:avLst/>
          </a:prstGeom>
          <a:solidFill>
            <a:srgbClr val="D3E2ED">
              <a:alpha val="30000"/>
            </a:srgbClr>
          </a:solidFill>
          <a:ln w="12700">
            <a:solidFill>
              <a:srgbClr val="071321">
                <a:alpha val="0"/>
              </a:srgbClr>
            </a:solidFill>
            <a:prstDash val="solid"/>
          </a:ln>
        </p:spPr>
      </p:sp>
      <p:sp>
        <p:nvSpPr>
          <p:cNvPr id="7" name="Shape 5"/>
          <p:cNvSpPr/>
          <p:nvPr/>
        </p:nvSpPr>
        <p:spPr>
          <a:xfrm>
            <a:off x="3822437" y="4355355"/>
            <a:ext cx="9414" cy="9414"/>
          </a:xfrm>
          <a:prstGeom prst="ellipse">
            <a:avLst/>
          </a:prstGeom>
          <a:solidFill>
            <a:srgbClr val="D3E2ED">
              <a:alpha val="30000"/>
            </a:srgbClr>
          </a:solidFill>
          <a:ln w="12700">
            <a:solidFill>
              <a:srgbClr val="071321">
                <a:alpha val="0"/>
              </a:srgbClr>
            </a:solidFill>
            <a:prstDash val="solid"/>
          </a:ln>
        </p:spPr>
      </p:sp>
      <p:sp>
        <p:nvSpPr>
          <p:cNvPr id="8" name="Shape 6"/>
          <p:cNvSpPr/>
          <p:nvPr/>
        </p:nvSpPr>
        <p:spPr>
          <a:xfrm>
            <a:off x="4894878" y="709690"/>
            <a:ext cx="17630" cy="17630"/>
          </a:xfrm>
          <a:prstGeom prst="ellipse">
            <a:avLst/>
          </a:prstGeom>
          <a:solidFill>
            <a:srgbClr val="D3E2ED">
              <a:alpha val="30000"/>
            </a:srgbClr>
          </a:solidFill>
          <a:ln w="12700">
            <a:solidFill>
              <a:srgbClr val="071321">
                <a:alpha val="0"/>
              </a:srgbClr>
            </a:solidFill>
            <a:prstDash val="solid"/>
          </a:ln>
        </p:spPr>
      </p:sp>
      <p:sp>
        <p:nvSpPr>
          <p:cNvPr id="9" name="Shape 7"/>
          <p:cNvSpPr/>
          <p:nvPr/>
        </p:nvSpPr>
        <p:spPr>
          <a:xfrm>
            <a:off x="3329736" y="3019614"/>
            <a:ext cx="8202" cy="8202"/>
          </a:xfrm>
          <a:prstGeom prst="ellipse">
            <a:avLst/>
          </a:prstGeom>
          <a:solidFill>
            <a:srgbClr val="5DE4E2">
              <a:alpha val="55000"/>
            </a:srgbClr>
          </a:solidFill>
          <a:ln w="12700">
            <a:solidFill>
              <a:srgbClr val="071321">
                <a:alpha val="0"/>
              </a:srgbClr>
            </a:solidFill>
            <a:prstDash val="solid"/>
          </a:ln>
        </p:spPr>
      </p:sp>
      <p:sp>
        <p:nvSpPr>
          <p:cNvPr id="10" name="Shape 8"/>
          <p:cNvSpPr/>
          <p:nvPr/>
        </p:nvSpPr>
        <p:spPr>
          <a:xfrm>
            <a:off x="11619071" y="2066519"/>
            <a:ext cx="10290" cy="10290"/>
          </a:xfrm>
          <a:prstGeom prst="ellipse">
            <a:avLst/>
          </a:prstGeom>
          <a:solidFill>
            <a:srgbClr val="D3E2ED">
              <a:alpha val="30000"/>
            </a:srgbClr>
          </a:solidFill>
          <a:ln w="12700">
            <a:solidFill>
              <a:srgbClr val="071321">
                <a:alpha val="0"/>
              </a:srgbClr>
            </a:solidFill>
            <a:prstDash val="solid"/>
          </a:ln>
        </p:spPr>
      </p:sp>
      <p:sp>
        <p:nvSpPr>
          <p:cNvPr id="11" name="Shape 9"/>
          <p:cNvSpPr/>
          <p:nvPr/>
        </p:nvSpPr>
        <p:spPr>
          <a:xfrm>
            <a:off x="1526723" y="2802375"/>
            <a:ext cx="14451" cy="14451"/>
          </a:xfrm>
          <a:prstGeom prst="ellipse">
            <a:avLst/>
          </a:prstGeom>
          <a:solidFill>
            <a:srgbClr val="D3E2ED">
              <a:alpha val="30000"/>
            </a:srgbClr>
          </a:solidFill>
          <a:ln w="12700">
            <a:solidFill>
              <a:srgbClr val="071321">
                <a:alpha val="0"/>
              </a:srgbClr>
            </a:solidFill>
            <a:prstDash val="solid"/>
          </a:ln>
        </p:spPr>
      </p:sp>
      <p:sp>
        <p:nvSpPr>
          <p:cNvPr id="12" name="Shape 10"/>
          <p:cNvSpPr/>
          <p:nvPr/>
        </p:nvSpPr>
        <p:spPr>
          <a:xfrm>
            <a:off x="7671523" y="2634394"/>
            <a:ext cx="8707" cy="8707"/>
          </a:xfrm>
          <a:prstGeom prst="ellipse">
            <a:avLst/>
          </a:prstGeom>
          <a:solidFill>
            <a:srgbClr val="D3E2ED">
              <a:alpha val="30000"/>
            </a:srgbClr>
          </a:solidFill>
          <a:ln w="12700">
            <a:solidFill>
              <a:srgbClr val="071321">
                <a:alpha val="0"/>
              </a:srgbClr>
            </a:solidFill>
            <a:prstDash val="solid"/>
          </a:ln>
        </p:spPr>
      </p:sp>
      <p:sp>
        <p:nvSpPr>
          <p:cNvPr id="13" name="Shape 11"/>
          <p:cNvSpPr/>
          <p:nvPr/>
        </p:nvSpPr>
        <p:spPr>
          <a:xfrm>
            <a:off x="8129503" y="6106475"/>
            <a:ext cx="17214" cy="17214"/>
          </a:xfrm>
          <a:prstGeom prst="ellipse">
            <a:avLst/>
          </a:prstGeom>
          <a:solidFill>
            <a:srgbClr val="D3E2ED">
              <a:alpha val="30000"/>
            </a:srgbClr>
          </a:solidFill>
          <a:ln w="12700">
            <a:solidFill>
              <a:srgbClr val="071321">
                <a:alpha val="0"/>
              </a:srgbClr>
            </a:solidFill>
            <a:prstDash val="solid"/>
          </a:ln>
        </p:spPr>
      </p:sp>
      <p:sp>
        <p:nvSpPr>
          <p:cNvPr id="14" name="Shape 12"/>
          <p:cNvSpPr/>
          <p:nvPr/>
        </p:nvSpPr>
        <p:spPr>
          <a:xfrm>
            <a:off x="749554" y="3132705"/>
            <a:ext cx="13781" cy="13781"/>
          </a:xfrm>
          <a:prstGeom prst="ellipse">
            <a:avLst/>
          </a:prstGeom>
          <a:solidFill>
            <a:srgbClr val="D3E2ED">
              <a:alpha val="30000"/>
            </a:srgbClr>
          </a:solidFill>
          <a:ln w="12700">
            <a:solidFill>
              <a:srgbClr val="071321">
                <a:alpha val="0"/>
              </a:srgbClr>
            </a:solidFill>
            <a:prstDash val="solid"/>
          </a:ln>
        </p:spPr>
      </p:sp>
      <p:sp>
        <p:nvSpPr>
          <p:cNvPr id="15" name="Shape 13"/>
          <p:cNvSpPr/>
          <p:nvPr/>
        </p:nvSpPr>
        <p:spPr>
          <a:xfrm>
            <a:off x="11860874" y="4167451"/>
            <a:ext cx="14520" cy="14520"/>
          </a:xfrm>
          <a:prstGeom prst="ellipse">
            <a:avLst/>
          </a:prstGeom>
          <a:solidFill>
            <a:srgbClr val="D3E2ED">
              <a:alpha val="30000"/>
            </a:srgbClr>
          </a:solidFill>
          <a:ln w="12700">
            <a:solidFill>
              <a:srgbClr val="071321">
                <a:alpha val="0"/>
              </a:srgbClr>
            </a:solidFill>
            <a:prstDash val="solid"/>
          </a:ln>
        </p:spPr>
      </p:sp>
      <p:sp>
        <p:nvSpPr>
          <p:cNvPr id="16" name="Shape 14"/>
          <p:cNvSpPr/>
          <p:nvPr/>
        </p:nvSpPr>
        <p:spPr>
          <a:xfrm>
            <a:off x="1119501" y="3579166"/>
            <a:ext cx="11208" cy="11208"/>
          </a:xfrm>
          <a:prstGeom prst="ellipse">
            <a:avLst/>
          </a:prstGeom>
          <a:solidFill>
            <a:srgbClr val="5DE4E2">
              <a:alpha val="55000"/>
            </a:srgbClr>
          </a:solidFill>
          <a:ln w="12700">
            <a:solidFill>
              <a:srgbClr val="071321">
                <a:alpha val="0"/>
              </a:srgbClr>
            </a:solidFill>
            <a:prstDash val="solid"/>
          </a:ln>
        </p:spPr>
      </p:sp>
      <p:sp>
        <p:nvSpPr>
          <p:cNvPr id="17" name="Shape 15"/>
          <p:cNvSpPr/>
          <p:nvPr/>
        </p:nvSpPr>
        <p:spPr>
          <a:xfrm>
            <a:off x="11188104" y="3953656"/>
            <a:ext cx="13008" cy="13008"/>
          </a:xfrm>
          <a:prstGeom prst="ellipse">
            <a:avLst/>
          </a:prstGeom>
          <a:solidFill>
            <a:srgbClr val="D3E2ED">
              <a:alpha val="30000"/>
            </a:srgbClr>
          </a:solidFill>
          <a:ln w="12700">
            <a:solidFill>
              <a:srgbClr val="071321">
                <a:alpha val="0"/>
              </a:srgbClr>
            </a:solidFill>
            <a:prstDash val="solid"/>
          </a:ln>
        </p:spPr>
      </p:sp>
      <p:sp>
        <p:nvSpPr>
          <p:cNvPr id="18" name="Shape 16"/>
          <p:cNvSpPr/>
          <p:nvPr/>
        </p:nvSpPr>
        <p:spPr>
          <a:xfrm>
            <a:off x="10726195" y="4957068"/>
            <a:ext cx="8793" cy="8793"/>
          </a:xfrm>
          <a:prstGeom prst="ellipse">
            <a:avLst/>
          </a:prstGeom>
          <a:solidFill>
            <a:srgbClr val="D3E2ED">
              <a:alpha val="30000"/>
            </a:srgbClr>
          </a:solidFill>
          <a:ln w="12700">
            <a:solidFill>
              <a:srgbClr val="071321">
                <a:alpha val="0"/>
              </a:srgbClr>
            </a:solidFill>
            <a:prstDash val="solid"/>
          </a:ln>
        </p:spPr>
      </p:sp>
      <p:sp>
        <p:nvSpPr>
          <p:cNvPr id="19" name="Shape 17"/>
          <p:cNvSpPr/>
          <p:nvPr/>
        </p:nvSpPr>
        <p:spPr>
          <a:xfrm>
            <a:off x="5706659" y="1210860"/>
            <a:ext cx="15498" cy="15498"/>
          </a:xfrm>
          <a:prstGeom prst="ellipse">
            <a:avLst/>
          </a:prstGeom>
          <a:solidFill>
            <a:srgbClr val="D3E2ED">
              <a:alpha val="30000"/>
            </a:srgbClr>
          </a:solidFill>
          <a:ln w="12700">
            <a:solidFill>
              <a:srgbClr val="071321">
                <a:alpha val="0"/>
              </a:srgbClr>
            </a:solidFill>
            <a:prstDash val="solid"/>
          </a:ln>
        </p:spPr>
      </p:sp>
      <p:sp>
        <p:nvSpPr>
          <p:cNvPr id="20" name="Shape 18"/>
          <p:cNvSpPr/>
          <p:nvPr/>
        </p:nvSpPr>
        <p:spPr>
          <a:xfrm>
            <a:off x="442775" y="1319222"/>
            <a:ext cx="13497" cy="13497"/>
          </a:xfrm>
          <a:prstGeom prst="ellipse">
            <a:avLst/>
          </a:prstGeom>
          <a:solidFill>
            <a:srgbClr val="D3E2ED">
              <a:alpha val="30000"/>
            </a:srgbClr>
          </a:solidFill>
          <a:ln w="12700">
            <a:solidFill>
              <a:srgbClr val="071321">
                <a:alpha val="0"/>
              </a:srgbClr>
            </a:solidFill>
            <a:prstDash val="solid"/>
          </a:ln>
        </p:spPr>
      </p:sp>
      <p:sp>
        <p:nvSpPr>
          <p:cNvPr id="21" name="Shape 19"/>
          <p:cNvSpPr/>
          <p:nvPr/>
        </p:nvSpPr>
        <p:spPr>
          <a:xfrm>
            <a:off x="3161551" y="3240527"/>
            <a:ext cx="7493" cy="7493"/>
          </a:xfrm>
          <a:prstGeom prst="ellipse">
            <a:avLst/>
          </a:prstGeom>
          <a:solidFill>
            <a:srgbClr val="D3E2ED">
              <a:alpha val="30000"/>
            </a:srgbClr>
          </a:solidFill>
          <a:ln w="12700">
            <a:solidFill>
              <a:srgbClr val="071321">
                <a:alpha val="0"/>
              </a:srgbClr>
            </a:solidFill>
            <a:prstDash val="solid"/>
          </a:ln>
        </p:spPr>
      </p:sp>
      <p:sp>
        <p:nvSpPr>
          <p:cNvPr id="22" name="Shape 20"/>
          <p:cNvSpPr/>
          <p:nvPr/>
        </p:nvSpPr>
        <p:spPr>
          <a:xfrm>
            <a:off x="9031412" y="1884574"/>
            <a:ext cx="17481" cy="17481"/>
          </a:xfrm>
          <a:prstGeom prst="ellipse">
            <a:avLst/>
          </a:prstGeom>
          <a:solidFill>
            <a:srgbClr val="D3E2ED">
              <a:alpha val="30000"/>
            </a:srgbClr>
          </a:solidFill>
          <a:ln w="12700">
            <a:solidFill>
              <a:srgbClr val="071321">
                <a:alpha val="0"/>
              </a:srgbClr>
            </a:solidFill>
            <a:prstDash val="solid"/>
          </a:ln>
        </p:spPr>
      </p:sp>
      <p:sp>
        <p:nvSpPr>
          <p:cNvPr id="23" name="Shape 21"/>
          <p:cNvSpPr/>
          <p:nvPr/>
        </p:nvSpPr>
        <p:spPr>
          <a:xfrm>
            <a:off x="2651278" y="5695405"/>
            <a:ext cx="17728" cy="17728"/>
          </a:xfrm>
          <a:prstGeom prst="ellipse">
            <a:avLst/>
          </a:prstGeom>
          <a:solidFill>
            <a:srgbClr val="5DE4E2">
              <a:alpha val="55000"/>
            </a:srgbClr>
          </a:solidFill>
          <a:ln w="12700">
            <a:solidFill>
              <a:srgbClr val="071321">
                <a:alpha val="0"/>
              </a:srgbClr>
            </a:solidFill>
            <a:prstDash val="solid"/>
          </a:ln>
        </p:spPr>
      </p:sp>
      <p:sp>
        <p:nvSpPr>
          <p:cNvPr id="24" name="Shape 22"/>
          <p:cNvSpPr/>
          <p:nvPr/>
        </p:nvSpPr>
        <p:spPr>
          <a:xfrm>
            <a:off x="7642615" y="1283712"/>
            <a:ext cx="11598" cy="11598"/>
          </a:xfrm>
          <a:prstGeom prst="ellipse">
            <a:avLst/>
          </a:prstGeom>
          <a:solidFill>
            <a:srgbClr val="D3E2ED">
              <a:alpha val="30000"/>
            </a:srgbClr>
          </a:solidFill>
          <a:ln w="12700">
            <a:solidFill>
              <a:srgbClr val="071321">
                <a:alpha val="0"/>
              </a:srgbClr>
            </a:solidFill>
            <a:prstDash val="solid"/>
          </a:ln>
        </p:spPr>
      </p:sp>
      <p:sp>
        <p:nvSpPr>
          <p:cNvPr id="25" name="Shape 23"/>
          <p:cNvSpPr/>
          <p:nvPr/>
        </p:nvSpPr>
        <p:spPr>
          <a:xfrm>
            <a:off x="11701565" y="1559355"/>
            <a:ext cx="18163" cy="18163"/>
          </a:xfrm>
          <a:prstGeom prst="ellipse">
            <a:avLst/>
          </a:prstGeom>
          <a:solidFill>
            <a:srgbClr val="D3E2ED">
              <a:alpha val="30000"/>
            </a:srgbClr>
          </a:solidFill>
          <a:ln w="12700">
            <a:solidFill>
              <a:srgbClr val="071321">
                <a:alpha val="0"/>
              </a:srgbClr>
            </a:solidFill>
            <a:prstDash val="solid"/>
          </a:ln>
        </p:spPr>
      </p:sp>
      <p:sp>
        <p:nvSpPr>
          <p:cNvPr id="26" name="Shape 24"/>
          <p:cNvSpPr/>
          <p:nvPr/>
        </p:nvSpPr>
        <p:spPr>
          <a:xfrm>
            <a:off x="0" y="0"/>
            <a:ext cx="12192000" cy="6858000"/>
          </a:xfrm>
          <a:prstGeom prst="rect">
            <a:avLst/>
          </a:prstGeom>
          <a:solidFill>
            <a:srgbClr val="071321">
              <a:alpha val="89000"/>
            </a:srgbClr>
          </a:solidFill>
          <a:ln w="12700">
            <a:solidFill>
              <a:srgbClr val="071321">
                <a:alpha val="0"/>
              </a:srgbClr>
            </a:solidFill>
            <a:prstDash val="solid"/>
          </a:ln>
        </p:spPr>
      </p:sp>
      <p:sp>
        <p:nvSpPr>
          <p:cNvPr id="27" name="Text 25"/>
          <p:cNvSpPr/>
          <p:nvPr/>
        </p:nvSpPr>
        <p:spPr>
          <a:xfrm>
            <a:off x="612648" y="347472"/>
            <a:ext cx="10058400" cy="274320"/>
          </a:xfrm>
          <a:prstGeom prst="rect">
            <a:avLst/>
          </a:prstGeom>
          <a:noFill/>
          <a:ln/>
        </p:spPr>
        <p:txBody>
          <a:bodyPr wrap="square" lIns="0" tIns="0" rIns="0" bIns="0" rtlCol="0" anchor="ctr">
            <a:normAutofit/>
          </a:bodyPr>
          <a:lstStyle/>
          <a:p>
            <a:pPr marL="0" indent="0">
              <a:buNone/>
            </a:pPr>
            <a:r>
              <a:rPr lang="en-US" sz="950" b="1" kern="0" spc="220" dirty="0">
                <a:solidFill>
                  <a:srgbClr val="5DE4E2"/>
                </a:solidFill>
                <a:latin typeface="Inter" pitchFamily="34" charset="0"/>
                <a:ea typeface="Inter" pitchFamily="34" charset="-122"/>
                <a:cs typeface="Inter" pitchFamily="34" charset="-120"/>
              </a:rPr>
              <a:t>DSCC  /  MISSION FILE: ODYSSEY</a:t>
            </a:r>
            <a:endParaRPr lang="en-US" sz="950" dirty="0"/>
          </a:p>
        </p:txBody>
      </p:sp>
      <p:sp>
        <p:nvSpPr>
          <p:cNvPr id="28" name="Text 26"/>
          <p:cNvSpPr/>
          <p:nvPr/>
        </p:nvSpPr>
        <p:spPr>
          <a:xfrm>
            <a:off x="612648" y="832104"/>
            <a:ext cx="10972800" cy="612648"/>
          </a:xfrm>
          <a:prstGeom prst="rect">
            <a:avLst/>
          </a:prstGeom>
          <a:noFill/>
          <a:ln/>
        </p:spPr>
        <p:txBody>
          <a:bodyPr wrap="square" lIns="0" tIns="0" rIns="0" bIns="0" rtlCol="0" anchor="ctr">
            <a:normAutofit/>
          </a:bodyPr>
          <a:lstStyle/>
          <a:p>
            <a:pPr marL="0" indent="0">
              <a:buNone/>
            </a:pPr>
            <a:r>
              <a:rPr lang="en-US" sz="3000" b="1" dirty="0">
                <a:solidFill>
                  <a:srgbClr val="F0F8FC"/>
                </a:solidFill>
                <a:latin typeface="Inter Display" pitchFamily="34" charset="0"/>
                <a:ea typeface="Inter Display" pitchFamily="34" charset="-122"/>
                <a:cs typeface="Inter Display" pitchFamily="34" charset="-120"/>
              </a:rPr>
              <a:t>RED → GREEN → REFACTOR</a:t>
            </a:r>
            <a:endParaRPr lang="en-US" sz="3000" dirty="0"/>
          </a:p>
        </p:txBody>
      </p:sp>
      <p:sp>
        <p:nvSpPr>
          <p:cNvPr id="29" name="Text 27"/>
          <p:cNvSpPr/>
          <p:nvPr/>
        </p:nvSpPr>
        <p:spPr>
          <a:xfrm>
            <a:off x="640080" y="1481328"/>
            <a:ext cx="10789920" cy="347472"/>
          </a:xfrm>
          <a:prstGeom prst="rect">
            <a:avLst/>
          </a:prstGeom>
          <a:noFill/>
          <a:ln/>
        </p:spPr>
        <p:txBody>
          <a:bodyPr wrap="square" lIns="0" tIns="0" rIns="0" bIns="0" rtlCol="0" anchor="ctr">
            <a:normAutofit/>
          </a:bodyPr>
          <a:lstStyle/>
          <a:p>
            <a:pPr marL="0" indent="0">
              <a:buNone/>
            </a:pPr>
            <a:r>
              <a:rPr lang="en-US" sz="1500" dirty="0">
                <a:solidFill>
                  <a:srgbClr val="B0C6D1"/>
                </a:solidFill>
                <a:latin typeface="Inter" pitchFamily="34" charset="0"/>
                <a:ea typeface="Inter" pitchFamily="34" charset="-122"/>
                <a:cs typeface="Inter" pitchFamily="34" charset="-120"/>
              </a:rPr>
              <a:t>Small steps. Fast feedback. Emergent design.</a:t>
            </a:r>
            <a:endParaRPr lang="en-US" sz="1500" dirty="0"/>
          </a:p>
        </p:txBody>
      </p:sp>
      <p:sp>
        <p:nvSpPr>
          <p:cNvPr id="30" name="Shape 28"/>
          <p:cNvSpPr/>
          <p:nvPr/>
        </p:nvSpPr>
        <p:spPr>
          <a:xfrm>
            <a:off x="612648" y="1865376"/>
            <a:ext cx="10972800" cy="914"/>
          </a:xfrm>
          <a:prstGeom prst="line">
            <a:avLst/>
          </a:prstGeom>
          <a:noFill/>
          <a:ln w="12700">
            <a:solidFill>
              <a:srgbClr val="28506A"/>
            </a:solidFill>
            <a:prstDash val="solid"/>
          </a:ln>
        </p:spPr>
      </p:sp>
      <p:sp>
        <p:nvSpPr>
          <p:cNvPr id="31" name="Shape 29"/>
          <p:cNvSpPr/>
          <p:nvPr/>
        </p:nvSpPr>
        <p:spPr>
          <a:xfrm>
            <a:off x="612648" y="6510528"/>
            <a:ext cx="10972800" cy="914"/>
          </a:xfrm>
          <a:prstGeom prst="line">
            <a:avLst/>
          </a:prstGeom>
          <a:noFill/>
          <a:ln w="10160">
            <a:solidFill>
              <a:srgbClr val="28506A"/>
            </a:solidFill>
            <a:prstDash val="solid"/>
          </a:ln>
        </p:spPr>
      </p:sp>
      <p:sp>
        <p:nvSpPr>
          <p:cNvPr id="32" name="Text 30"/>
          <p:cNvSpPr/>
          <p:nvPr/>
        </p:nvSpPr>
        <p:spPr>
          <a:xfrm>
            <a:off x="630936" y="6556248"/>
            <a:ext cx="7315200" cy="173736"/>
          </a:xfrm>
          <a:prstGeom prst="rect">
            <a:avLst/>
          </a:prstGeom>
          <a:noFill/>
          <a:ln/>
        </p:spPr>
        <p:txBody>
          <a:bodyPr wrap="square" lIns="0" tIns="0" rIns="0" bIns="0" rtlCol="0" anchor="ctr">
            <a:normAutofit/>
          </a:bodyPr>
          <a:lstStyle/>
          <a:p>
            <a:pPr marL="0" indent="0">
              <a:buNone/>
            </a:pPr>
            <a:r>
              <a:rPr lang="en-US" sz="800" b="1" kern="0" spc="150" dirty="0">
                <a:solidFill>
                  <a:srgbClr val="7F9FB0"/>
                </a:solidFill>
                <a:latin typeface="Inter" pitchFamily="34" charset="0"/>
                <a:ea typeface="Inter" pitchFamily="34" charset="-122"/>
                <a:cs typeface="Inter" pitchFamily="34" charset="-120"/>
              </a:rPr>
              <a:t>C3  //  THE LAST TRANSMISSION  //  ACT I</a:t>
            </a:r>
            <a:endParaRPr lang="en-US" sz="800" dirty="0"/>
          </a:p>
        </p:txBody>
      </p:sp>
      <p:sp>
        <p:nvSpPr>
          <p:cNvPr id="33" name="Text 31"/>
          <p:cNvSpPr/>
          <p:nvPr/>
        </p:nvSpPr>
        <p:spPr>
          <a:xfrm>
            <a:off x="10972800" y="6556248"/>
            <a:ext cx="530352" cy="173736"/>
          </a:xfrm>
          <a:prstGeom prst="rect">
            <a:avLst/>
          </a:prstGeom>
          <a:noFill/>
          <a:ln/>
        </p:spPr>
        <p:txBody>
          <a:bodyPr wrap="square" lIns="0" tIns="0" rIns="0" bIns="0" rtlCol="0" anchor="ctr">
            <a:normAutofit/>
          </a:bodyPr>
          <a:lstStyle/>
          <a:p>
            <a:pPr marL="0" indent="0" algn="r">
              <a:buNone/>
            </a:pPr>
            <a:r>
              <a:rPr lang="en-US" sz="800" b="1" dirty="0">
                <a:solidFill>
                  <a:srgbClr val="7F9FB0"/>
                </a:solidFill>
                <a:latin typeface="Inter" pitchFamily="34" charset="0"/>
                <a:ea typeface="Inter" pitchFamily="34" charset="-122"/>
                <a:cs typeface="Inter" pitchFamily="34" charset="-120"/>
              </a:rPr>
              <a:t>11</a:t>
            </a:r>
            <a:endParaRPr lang="en-US" sz="800" dirty="0"/>
          </a:p>
        </p:txBody>
      </p:sp>
      <p:sp>
        <p:nvSpPr>
          <p:cNvPr id="34" name="Shape 32"/>
          <p:cNvSpPr/>
          <p:nvPr/>
        </p:nvSpPr>
        <p:spPr>
          <a:xfrm>
            <a:off x="941832" y="2386584"/>
            <a:ext cx="2962656" cy="2240280"/>
          </a:xfrm>
          <a:prstGeom prst="roundRect">
            <a:avLst>
              <a:gd name="adj" fmla="val 3265"/>
            </a:avLst>
          </a:prstGeom>
          <a:solidFill>
            <a:srgbClr val="0B1C2D">
              <a:alpha val="95000"/>
            </a:srgbClr>
          </a:solidFill>
          <a:ln w="10160">
            <a:solidFill>
              <a:srgbClr val="FF8796">
                <a:alpha val="76000"/>
              </a:srgbClr>
            </a:solidFill>
            <a:prstDash val="solid"/>
          </a:ln>
        </p:spPr>
      </p:sp>
      <p:sp>
        <p:nvSpPr>
          <p:cNvPr id="35" name="Shape 33"/>
          <p:cNvSpPr/>
          <p:nvPr/>
        </p:nvSpPr>
        <p:spPr>
          <a:xfrm>
            <a:off x="1463040" y="2679192"/>
            <a:ext cx="1920240" cy="566928"/>
          </a:xfrm>
          <a:prstGeom prst="roundRect">
            <a:avLst/>
          </a:prstGeom>
          <a:solidFill>
            <a:srgbClr val="FF8796">
              <a:alpha val="18000"/>
            </a:srgbClr>
          </a:solidFill>
          <a:ln w="19050">
            <a:solidFill>
              <a:srgbClr val="FF8796"/>
            </a:solidFill>
            <a:prstDash val="solid"/>
          </a:ln>
        </p:spPr>
      </p:sp>
      <p:sp>
        <p:nvSpPr>
          <p:cNvPr id="36" name="Text 34"/>
          <p:cNvSpPr/>
          <p:nvPr/>
        </p:nvSpPr>
        <p:spPr>
          <a:xfrm>
            <a:off x="1545336" y="2816352"/>
            <a:ext cx="1755648" cy="292608"/>
          </a:xfrm>
          <a:prstGeom prst="rect">
            <a:avLst/>
          </a:prstGeom>
          <a:noFill/>
          <a:ln/>
        </p:spPr>
        <p:txBody>
          <a:bodyPr wrap="square" lIns="0" tIns="0" rIns="0" bIns="0" rtlCol="0" anchor="ctr">
            <a:normAutofit lnSpcReduction="10000"/>
          </a:bodyPr>
          <a:lstStyle/>
          <a:p>
            <a:pPr marL="0" indent="0" algn="ctr">
              <a:buNone/>
            </a:pPr>
            <a:r>
              <a:rPr lang="en-US" sz="2000" b="1" dirty="0">
                <a:solidFill>
                  <a:srgbClr val="FF8796"/>
                </a:solidFill>
                <a:latin typeface="Inter" pitchFamily="34" charset="0"/>
                <a:ea typeface="Inter" pitchFamily="34" charset="-122"/>
                <a:cs typeface="Inter" pitchFamily="34" charset="-120"/>
              </a:rPr>
              <a:t>RED</a:t>
            </a:r>
            <a:endParaRPr lang="en-US" sz="2000" dirty="0"/>
          </a:p>
        </p:txBody>
      </p:sp>
      <p:sp>
        <p:nvSpPr>
          <p:cNvPr id="37" name="Text 35"/>
          <p:cNvSpPr/>
          <p:nvPr/>
        </p:nvSpPr>
        <p:spPr>
          <a:xfrm>
            <a:off x="1179576" y="3712464"/>
            <a:ext cx="2487168" cy="585216"/>
          </a:xfrm>
          <a:prstGeom prst="rect">
            <a:avLst/>
          </a:prstGeom>
          <a:noFill/>
          <a:ln/>
        </p:spPr>
        <p:txBody>
          <a:bodyPr wrap="square" lIns="0" tIns="0" rIns="0" bIns="0" rtlCol="0" anchor="ctr">
            <a:normAutofit/>
          </a:bodyPr>
          <a:lstStyle/>
          <a:p>
            <a:pPr marL="0" indent="0" algn="ctr">
              <a:buNone/>
            </a:pPr>
            <a:r>
              <a:rPr lang="en-US" sz="1600" dirty="0">
                <a:solidFill>
                  <a:srgbClr val="F0F8FC"/>
                </a:solidFill>
                <a:latin typeface="Inter" pitchFamily="34" charset="0"/>
                <a:ea typeface="Inter" pitchFamily="34" charset="-122"/>
                <a:cs typeface="Inter" pitchFamily="34" charset="-120"/>
              </a:rPr>
              <a:t>Write one small</a:t>
            </a:r>
            <a:endParaRPr lang="en-US" sz="1600" dirty="0"/>
          </a:p>
          <a:p>
            <a:pPr marL="0" indent="0" algn="ctr">
              <a:buNone/>
            </a:pPr>
            <a:r>
              <a:rPr lang="en-US" sz="1600" dirty="0">
                <a:solidFill>
                  <a:srgbClr val="F0F8FC"/>
                </a:solidFill>
                <a:latin typeface="Inter" pitchFamily="34" charset="0"/>
                <a:ea typeface="Inter" pitchFamily="34" charset="-122"/>
                <a:cs typeface="Inter" pitchFamily="34" charset="-120"/>
              </a:rPr>
              <a:t>failing test.</a:t>
            </a:r>
            <a:endParaRPr lang="en-US" sz="1600" dirty="0"/>
          </a:p>
        </p:txBody>
      </p:sp>
      <p:sp>
        <p:nvSpPr>
          <p:cNvPr id="38" name="Text 36"/>
          <p:cNvSpPr/>
          <p:nvPr/>
        </p:nvSpPr>
        <p:spPr>
          <a:xfrm>
            <a:off x="4014216" y="3227832"/>
            <a:ext cx="420624" cy="420624"/>
          </a:xfrm>
          <a:prstGeom prst="rect">
            <a:avLst/>
          </a:prstGeom>
          <a:noFill/>
          <a:ln/>
        </p:spPr>
        <p:txBody>
          <a:bodyPr wrap="square" lIns="0" tIns="0" rIns="0" bIns="0" rtlCol="0" anchor="ctr">
            <a:normAutofit fontScale="92500" lnSpcReduction="10000"/>
          </a:bodyPr>
          <a:lstStyle/>
          <a:p>
            <a:pPr marL="0" indent="0">
              <a:buNone/>
            </a:pPr>
            <a:r>
              <a:rPr lang="en-US" sz="3100" b="1" dirty="0">
                <a:solidFill>
                  <a:srgbClr val="B0C6D1"/>
                </a:solidFill>
                <a:latin typeface="Inter" pitchFamily="34" charset="0"/>
                <a:ea typeface="Inter" pitchFamily="34" charset="-122"/>
                <a:cs typeface="Inter" pitchFamily="34" charset="-120"/>
              </a:rPr>
              <a:t>→</a:t>
            </a:r>
            <a:endParaRPr lang="en-US" sz="3100" dirty="0"/>
          </a:p>
        </p:txBody>
      </p:sp>
      <p:sp>
        <p:nvSpPr>
          <p:cNvPr id="39" name="Shape 37"/>
          <p:cNvSpPr/>
          <p:nvPr/>
        </p:nvSpPr>
        <p:spPr>
          <a:xfrm>
            <a:off x="4581144" y="2386584"/>
            <a:ext cx="2962656" cy="2240280"/>
          </a:xfrm>
          <a:prstGeom prst="roundRect">
            <a:avLst>
              <a:gd name="adj" fmla="val 3265"/>
            </a:avLst>
          </a:prstGeom>
          <a:solidFill>
            <a:srgbClr val="0B1C2D">
              <a:alpha val="95000"/>
            </a:srgbClr>
          </a:solidFill>
          <a:ln w="10160">
            <a:solidFill>
              <a:srgbClr val="70E3B1">
                <a:alpha val="76000"/>
              </a:srgbClr>
            </a:solidFill>
            <a:prstDash val="solid"/>
          </a:ln>
        </p:spPr>
      </p:sp>
      <p:sp>
        <p:nvSpPr>
          <p:cNvPr id="40" name="Shape 38"/>
          <p:cNvSpPr/>
          <p:nvPr/>
        </p:nvSpPr>
        <p:spPr>
          <a:xfrm>
            <a:off x="5102352" y="2679192"/>
            <a:ext cx="1920240" cy="566928"/>
          </a:xfrm>
          <a:prstGeom prst="roundRect">
            <a:avLst/>
          </a:prstGeom>
          <a:solidFill>
            <a:srgbClr val="70E3B1">
              <a:alpha val="18000"/>
            </a:srgbClr>
          </a:solidFill>
          <a:ln w="19050">
            <a:solidFill>
              <a:srgbClr val="70E3B1"/>
            </a:solidFill>
            <a:prstDash val="solid"/>
          </a:ln>
        </p:spPr>
      </p:sp>
      <p:sp>
        <p:nvSpPr>
          <p:cNvPr id="41" name="Text 39"/>
          <p:cNvSpPr/>
          <p:nvPr/>
        </p:nvSpPr>
        <p:spPr>
          <a:xfrm>
            <a:off x="5184648" y="2816352"/>
            <a:ext cx="1755648" cy="292608"/>
          </a:xfrm>
          <a:prstGeom prst="rect">
            <a:avLst/>
          </a:prstGeom>
          <a:noFill/>
          <a:ln/>
        </p:spPr>
        <p:txBody>
          <a:bodyPr wrap="square" lIns="0" tIns="0" rIns="0" bIns="0" rtlCol="0" anchor="ctr">
            <a:normAutofit lnSpcReduction="10000"/>
          </a:bodyPr>
          <a:lstStyle/>
          <a:p>
            <a:pPr marL="0" indent="0" algn="ctr">
              <a:buNone/>
            </a:pPr>
            <a:r>
              <a:rPr lang="en-US" sz="2000" b="1" dirty="0">
                <a:solidFill>
                  <a:srgbClr val="70E3B1"/>
                </a:solidFill>
                <a:latin typeface="Inter" pitchFamily="34" charset="0"/>
                <a:ea typeface="Inter" pitchFamily="34" charset="-122"/>
                <a:cs typeface="Inter" pitchFamily="34" charset="-120"/>
              </a:rPr>
              <a:t>GREEN</a:t>
            </a:r>
            <a:endParaRPr lang="en-US" sz="2000" dirty="0"/>
          </a:p>
        </p:txBody>
      </p:sp>
      <p:sp>
        <p:nvSpPr>
          <p:cNvPr id="42" name="Text 40"/>
          <p:cNvSpPr/>
          <p:nvPr/>
        </p:nvSpPr>
        <p:spPr>
          <a:xfrm>
            <a:off x="4818888" y="3712464"/>
            <a:ext cx="2487168" cy="585216"/>
          </a:xfrm>
          <a:prstGeom prst="rect">
            <a:avLst/>
          </a:prstGeom>
          <a:noFill/>
          <a:ln/>
        </p:spPr>
        <p:txBody>
          <a:bodyPr wrap="square" lIns="0" tIns="0" rIns="0" bIns="0" rtlCol="0" anchor="ctr">
            <a:normAutofit/>
          </a:bodyPr>
          <a:lstStyle/>
          <a:p>
            <a:pPr marL="0" indent="0" algn="ctr">
              <a:buNone/>
            </a:pPr>
            <a:r>
              <a:rPr lang="en-US" sz="1600" dirty="0">
                <a:solidFill>
                  <a:srgbClr val="F0F8FC"/>
                </a:solidFill>
                <a:latin typeface="Inter" pitchFamily="34" charset="0"/>
                <a:ea typeface="Inter" pitchFamily="34" charset="-122"/>
                <a:cs typeface="Inter" pitchFamily="34" charset="-120"/>
              </a:rPr>
              <a:t>Write only enough</a:t>
            </a:r>
            <a:endParaRPr lang="en-US" sz="1600" dirty="0"/>
          </a:p>
          <a:p>
            <a:pPr marL="0" indent="0" algn="ctr">
              <a:buNone/>
            </a:pPr>
            <a:r>
              <a:rPr lang="en-US" sz="1600" dirty="0">
                <a:solidFill>
                  <a:srgbClr val="F0F8FC"/>
                </a:solidFill>
                <a:latin typeface="Inter" pitchFamily="34" charset="0"/>
                <a:ea typeface="Inter" pitchFamily="34" charset="-122"/>
                <a:cs typeface="Inter" pitchFamily="34" charset="-120"/>
              </a:rPr>
              <a:t>code to pass.</a:t>
            </a:r>
            <a:endParaRPr lang="en-US" sz="1600" dirty="0"/>
          </a:p>
        </p:txBody>
      </p:sp>
      <p:sp>
        <p:nvSpPr>
          <p:cNvPr id="43" name="Text 41"/>
          <p:cNvSpPr/>
          <p:nvPr/>
        </p:nvSpPr>
        <p:spPr>
          <a:xfrm>
            <a:off x="7653528" y="3227832"/>
            <a:ext cx="420624" cy="420624"/>
          </a:xfrm>
          <a:prstGeom prst="rect">
            <a:avLst/>
          </a:prstGeom>
          <a:noFill/>
          <a:ln/>
        </p:spPr>
        <p:txBody>
          <a:bodyPr wrap="square" lIns="0" tIns="0" rIns="0" bIns="0" rtlCol="0" anchor="ctr">
            <a:normAutofit fontScale="92500" lnSpcReduction="10000"/>
          </a:bodyPr>
          <a:lstStyle/>
          <a:p>
            <a:pPr marL="0" indent="0">
              <a:buNone/>
            </a:pPr>
            <a:r>
              <a:rPr lang="en-US" sz="3100" b="1" dirty="0">
                <a:solidFill>
                  <a:srgbClr val="B0C6D1"/>
                </a:solidFill>
                <a:latin typeface="Inter" pitchFamily="34" charset="0"/>
                <a:ea typeface="Inter" pitchFamily="34" charset="-122"/>
                <a:cs typeface="Inter" pitchFamily="34" charset="-120"/>
              </a:rPr>
              <a:t>→</a:t>
            </a:r>
            <a:endParaRPr lang="en-US" sz="3100" dirty="0"/>
          </a:p>
        </p:txBody>
      </p:sp>
      <p:sp>
        <p:nvSpPr>
          <p:cNvPr id="44" name="Shape 42"/>
          <p:cNvSpPr/>
          <p:nvPr/>
        </p:nvSpPr>
        <p:spPr>
          <a:xfrm>
            <a:off x="8220456" y="2386584"/>
            <a:ext cx="2962656" cy="2240280"/>
          </a:xfrm>
          <a:prstGeom prst="roundRect">
            <a:avLst>
              <a:gd name="adj" fmla="val 3265"/>
            </a:avLst>
          </a:prstGeom>
          <a:solidFill>
            <a:srgbClr val="0B1C2D">
              <a:alpha val="95000"/>
            </a:srgbClr>
          </a:solidFill>
          <a:ln w="10160">
            <a:solidFill>
              <a:srgbClr val="55BFE9">
                <a:alpha val="76000"/>
              </a:srgbClr>
            </a:solidFill>
            <a:prstDash val="solid"/>
          </a:ln>
        </p:spPr>
      </p:sp>
      <p:sp>
        <p:nvSpPr>
          <p:cNvPr id="45" name="Shape 43"/>
          <p:cNvSpPr/>
          <p:nvPr/>
        </p:nvSpPr>
        <p:spPr>
          <a:xfrm>
            <a:off x="8741664" y="2679192"/>
            <a:ext cx="1920240" cy="566928"/>
          </a:xfrm>
          <a:prstGeom prst="roundRect">
            <a:avLst/>
          </a:prstGeom>
          <a:solidFill>
            <a:srgbClr val="55BFE9">
              <a:alpha val="18000"/>
            </a:srgbClr>
          </a:solidFill>
          <a:ln w="19050">
            <a:solidFill>
              <a:srgbClr val="55BFE9"/>
            </a:solidFill>
            <a:prstDash val="solid"/>
          </a:ln>
        </p:spPr>
      </p:sp>
      <p:sp>
        <p:nvSpPr>
          <p:cNvPr id="46" name="Text 44"/>
          <p:cNvSpPr/>
          <p:nvPr/>
        </p:nvSpPr>
        <p:spPr>
          <a:xfrm>
            <a:off x="8823960" y="2816352"/>
            <a:ext cx="1755648" cy="292608"/>
          </a:xfrm>
          <a:prstGeom prst="rect">
            <a:avLst/>
          </a:prstGeom>
          <a:noFill/>
          <a:ln/>
        </p:spPr>
        <p:txBody>
          <a:bodyPr wrap="square" lIns="0" tIns="0" rIns="0" bIns="0" rtlCol="0" anchor="ctr">
            <a:normAutofit/>
          </a:bodyPr>
          <a:lstStyle/>
          <a:p>
            <a:pPr marL="0" indent="0" algn="ctr">
              <a:buNone/>
            </a:pPr>
            <a:r>
              <a:rPr lang="en-US" sz="1500" b="1" dirty="0">
                <a:solidFill>
                  <a:srgbClr val="55BFE9"/>
                </a:solidFill>
                <a:latin typeface="Inter" pitchFamily="34" charset="0"/>
                <a:ea typeface="Inter" pitchFamily="34" charset="-122"/>
                <a:cs typeface="Inter" pitchFamily="34" charset="-120"/>
              </a:rPr>
              <a:t>REFACTOR</a:t>
            </a:r>
            <a:endParaRPr lang="en-US" sz="1500" dirty="0"/>
          </a:p>
        </p:txBody>
      </p:sp>
      <p:sp>
        <p:nvSpPr>
          <p:cNvPr id="47" name="Text 45"/>
          <p:cNvSpPr/>
          <p:nvPr/>
        </p:nvSpPr>
        <p:spPr>
          <a:xfrm>
            <a:off x="8458200" y="3712464"/>
            <a:ext cx="2487168" cy="585216"/>
          </a:xfrm>
          <a:prstGeom prst="rect">
            <a:avLst/>
          </a:prstGeom>
          <a:noFill/>
          <a:ln/>
        </p:spPr>
        <p:txBody>
          <a:bodyPr wrap="square" lIns="0" tIns="0" rIns="0" bIns="0" rtlCol="0" anchor="ctr">
            <a:normAutofit/>
          </a:bodyPr>
          <a:lstStyle/>
          <a:p>
            <a:pPr marL="0" indent="0" algn="ctr">
              <a:buNone/>
            </a:pPr>
            <a:r>
              <a:rPr lang="en-US" sz="1600" dirty="0">
                <a:solidFill>
                  <a:srgbClr val="F0F8FC"/>
                </a:solidFill>
                <a:latin typeface="Inter" pitchFamily="34" charset="0"/>
                <a:ea typeface="Inter" pitchFamily="34" charset="-122"/>
                <a:cs typeface="Inter" pitchFamily="34" charset="-120"/>
              </a:rPr>
              <a:t>Improve structure.</a:t>
            </a:r>
            <a:endParaRPr lang="en-US" sz="1600" dirty="0"/>
          </a:p>
          <a:p>
            <a:pPr marL="0" indent="0" algn="ctr">
              <a:buNone/>
            </a:pPr>
            <a:r>
              <a:rPr lang="en-US" sz="1600" dirty="0">
                <a:solidFill>
                  <a:srgbClr val="F0F8FC"/>
                </a:solidFill>
                <a:latin typeface="Inter" pitchFamily="34" charset="0"/>
                <a:ea typeface="Inter" pitchFamily="34" charset="-122"/>
                <a:cs typeface="Inter" pitchFamily="34" charset="-120"/>
              </a:rPr>
              <a:t>Keep tests green.</a:t>
            </a:r>
            <a:endParaRPr lang="en-US" sz="1600" dirty="0"/>
          </a:p>
        </p:txBody>
      </p:sp>
      <p:sp>
        <p:nvSpPr>
          <p:cNvPr id="48" name="Text 46"/>
          <p:cNvSpPr/>
          <p:nvPr/>
        </p:nvSpPr>
        <p:spPr>
          <a:xfrm>
            <a:off x="2834640" y="5129784"/>
            <a:ext cx="6400800" cy="365760"/>
          </a:xfrm>
          <a:prstGeom prst="rect">
            <a:avLst/>
          </a:prstGeom>
          <a:noFill/>
          <a:ln/>
        </p:spPr>
        <p:txBody>
          <a:bodyPr wrap="square" lIns="0" tIns="0" rIns="0" bIns="0" rtlCol="0" anchor="ctr">
            <a:normAutofit/>
          </a:bodyPr>
          <a:lstStyle/>
          <a:p>
            <a:pPr marL="0" indent="0" algn="ctr">
              <a:buNone/>
            </a:pPr>
            <a:r>
              <a:rPr lang="en-US" sz="1800" b="1" dirty="0">
                <a:solidFill>
                  <a:srgbClr val="5DE4E2"/>
                </a:solidFill>
                <a:latin typeface="Inter" pitchFamily="34" charset="0"/>
                <a:ea typeface="Inter" pitchFamily="34" charset="-122"/>
                <a:cs typeface="Inter" pitchFamily="34" charset="-120"/>
              </a:rPr>
              <a:t>REPEAT FOR THE NEXT BEHAVIOR</a:t>
            </a:r>
            <a:endParaRPr lang="en-US" sz="1800" dirty="0"/>
          </a:p>
        </p:txBody>
      </p:sp>
      <p:sp>
        <p:nvSpPr>
          <p:cNvPr id="49" name="Text 47"/>
          <p:cNvSpPr/>
          <p:nvPr/>
        </p:nvSpPr>
        <p:spPr>
          <a:xfrm>
            <a:off x="914400" y="5788152"/>
            <a:ext cx="10241280" cy="365760"/>
          </a:xfrm>
          <a:prstGeom prst="rect">
            <a:avLst/>
          </a:prstGeom>
          <a:noFill/>
          <a:ln/>
        </p:spPr>
        <p:txBody>
          <a:bodyPr wrap="square" lIns="0" tIns="0" rIns="0" bIns="0" rtlCol="0" anchor="ctr">
            <a:normAutofit/>
          </a:bodyPr>
          <a:lstStyle/>
          <a:p>
            <a:pPr marL="0" indent="0" algn="ctr">
              <a:buNone/>
            </a:pPr>
            <a:r>
              <a:rPr lang="en-US" sz="1600" dirty="0">
                <a:solidFill>
                  <a:srgbClr val="B0C6D1"/>
                </a:solidFill>
                <a:latin typeface="Inter" pitchFamily="34" charset="0"/>
                <a:ea typeface="Inter" pitchFamily="34" charset="-122"/>
                <a:cs typeface="Inter" pitchFamily="34" charset="-120"/>
              </a:rPr>
              <a:t>The failing test guides the next design decision.</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6076666" y="4607787"/>
            <a:ext cx="10583" cy="10583"/>
          </a:xfrm>
          <a:prstGeom prst="ellipse">
            <a:avLst/>
          </a:prstGeom>
          <a:solidFill>
            <a:srgbClr val="5DE4E2">
              <a:alpha val="55000"/>
            </a:srgbClr>
          </a:solidFill>
          <a:ln w="12700">
            <a:solidFill>
              <a:srgbClr val="071321">
                <a:alpha val="0"/>
              </a:srgbClr>
            </a:solidFill>
            <a:prstDash val="solid"/>
          </a:ln>
        </p:spPr>
      </p:sp>
      <p:sp>
        <p:nvSpPr>
          <p:cNvPr id="3" name="Shape 1"/>
          <p:cNvSpPr/>
          <p:nvPr/>
        </p:nvSpPr>
        <p:spPr>
          <a:xfrm>
            <a:off x="2023494" y="5967285"/>
            <a:ext cx="7829" cy="7829"/>
          </a:xfrm>
          <a:prstGeom prst="ellipse">
            <a:avLst/>
          </a:prstGeom>
          <a:solidFill>
            <a:srgbClr val="D3E2ED">
              <a:alpha val="30000"/>
            </a:srgbClr>
          </a:solidFill>
          <a:ln w="12700">
            <a:solidFill>
              <a:srgbClr val="071321">
                <a:alpha val="0"/>
              </a:srgbClr>
            </a:solidFill>
            <a:prstDash val="solid"/>
          </a:ln>
        </p:spPr>
      </p:sp>
      <p:sp>
        <p:nvSpPr>
          <p:cNvPr id="4" name="Shape 2"/>
          <p:cNvSpPr/>
          <p:nvPr/>
        </p:nvSpPr>
        <p:spPr>
          <a:xfrm>
            <a:off x="9639242" y="2903029"/>
            <a:ext cx="16337" cy="16337"/>
          </a:xfrm>
          <a:prstGeom prst="ellipse">
            <a:avLst/>
          </a:prstGeom>
          <a:solidFill>
            <a:srgbClr val="D3E2ED">
              <a:alpha val="30000"/>
            </a:srgbClr>
          </a:solidFill>
          <a:ln w="12700">
            <a:solidFill>
              <a:srgbClr val="071321">
                <a:alpha val="0"/>
              </a:srgbClr>
            </a:solidFill>
            <a:prstDash val="solid"/>
          </a:ln>
        </p:spPr>
      </p:sp>
      <p:sp>
        <p:nvSpPr>
          <p:cNvPr id="5" name="Shape 3"/>
          <p:cNvSpPr/>
          <p:nvPr/>
        </p:nvSpPr>
        <p:spPr>
          <a:xfrm>
            <a:off x="2570330" y="354032"/>
            <a:ext cx="13955" cy="13955"/>
          </a:xfrm>
          <a:prstGeom prst="ellipse">
            <a:avLst/>
          </a:prstGeom>
          <a:solidFill>
            <a:srgbClr val="D3E2ED">
              <a:alpha val="30000"/>
            </a:srgbClr>
          </a:solidFill>
          <a:ln w="12700">
            <a:solidFill>
              <a:srgbClr val="071321">
                <a:alpha val="0"/>
              </a:srgbClr>
            </a:solidFill>
            <a:prstDash val="solid"/>
          </a:ln>
        </p:spPr>
      </p:sp>
      <p:sp>
        <p:nvSpPr>
          <p:cNvPr id="6" name="Shape 4"/>
          <p:cNvSpPr/>
          <p:nvPr/>
        </p:nvSpPr>
        <p:spPr>
          <a:xfrm>
            <a:off x="9602607" y="4841149"/>
            <a:ext cx="14347" cy="14347"/>
          </a:xfrm>
          <a:prstGeom prst="ellipse">
            <a:avLst/>
          </a:prstGeom>
          <a:solidFill>
            <a:srgbClr val="D3E2ED">
              <a:alpha val="30000"/>
            </a:srgbClr>
          </a:solidFill>
          <a:ln w="12700">
            <a:solidFill>
              <a:srgbClr val="071321">
                <a:alpha val="0"/>
              </a:srgbClr>
            </a:solidFill>
            <a:prstDash val="solid"/>
          </a:ln>
        </p:spPr>
      </p:sp>
      <p:sp>
        <p:nvSpPr>
          <p:cNvPr id="7" name="Shape 5"/>
          <p:cNvSpPr/>
          <p:nvPr/>
        </p:nvSpPr>
        <p:spPr>
          <a:xfrm>
            <a:off x="1672244" y="1512402"/>
            <a:ext cx="17488" cy="17488"/>
          </a:xfrm>
          <a:prstGeom prst="ellipse">
            <a:avLst/>
          </a:prstGeom>
          <a:solidFill>
            <a:srgbClr val="D3E2ED">
              <a:alpha val="30000"/>
            </a:srgbClr>
          </a:solidFill>
          <a:ln w="12700">
            <a:solidFill>
              <a:srgbClr val="071321">
                <a:alpha val="0"/>
              </a:srgbClr>
            </a:solidFill>
            <a:prstDash val="solid"/>
          </a:ln>
        </p:spPr>
      </p:sp>
      <p:sp>
        <p:nvSpPr>
          <p:cNvPr id="8" name="Shape 6"/>
          <p:cNvSpPr/>
          <p:nvPr/>
        </p:nvSpPr>
        <p:spPr>
          <a:xfrm>
            <a:off x="9810933" y="651251"/>
            <a:ext cx="14161" cy="14161"/>
          </a:xfrm>
          <a:prstGeom prst="ellipse">
            <a:avLst/>
          </a:prstGeom>
          <a:solidFill>
            <a:srgbClr val="D3E2ED">
              <a:alpha val="30000"/>
            </a:srgbClr>
          </a:solidFill>
          <a:ln w="12700">
            <a:solidFill>
              <a:srgbClr val="071321">
                <a:alpha val="0"/>
              </a:srgbClr>
            </a:solidFill>
            <a:prstDash val="solid"/>
          </a:ln>
        </p:spPr>
      </p:sp>
      <p:sp>
        <p:nvSpPr>
          <p:cNvPr id="9" name="Shape 7"/>
          <p:cNvSpPr/>
          <p:nvPr/>
        </p:nvSpPr>
        <p:spPr>
          <a:xfrm>
            <a:off x="370642" y="2313382"/>
            <a:ext cx="8902" cy="8902"/>
          </a:xfrm>
          <a:prstGeom prst="ellipse">
            <a:avLst/>
          </a:prstGeom>
          <a:solidFill>
            <a:srgbClr val="5DE4E2">
              <a:alpha val="55000"/>
            </a:srgbClr>
          </a:solidFill>
          <a:ln w="12700">
            <a:solidFill>
              <a:srgbClr val="071321">
                <a:alpha val="0"/>
              </a:srgbClr>
            </a:solidFill>
            <a:prstDash val="solid"/>
          </a:ln>
        </p:spPr>
      </p:sp>
      <p:sp>
        <p:nvSpPr>
          <p:cNvPr id="10" name="Shape 8"/>
          <p:cNvSpPr/>
          <p:nvPr/>
        </p:nvSpPr>
        <p:spPr>
          <a:xfrm>
            <a:off x="9824218" y="5510337"/>
            <a:ext cx="14350" cy="14350"/>
          </a:xfrm>
          <a:prstGeom prst="ellipse">
            <a:avLst/>
          </a:prstGeom>
          <a:solidFill>
            <a:srgbClr val="D3E2ED">
              <a:alpha val="30000"/>
            </a:srgbClr>
          </a:solidFill>
          <a:ln w="12700">
            <a:solidFill>
              <a:srgbClr val="071321">
                <a:alpha val="0"/>
              </a:srgbClr>
            </a:solidFill>
            <a:prstDash val="solid"/>
          </a:ln>
        </p:spPr>
      </p:sp>
      <p:sp>
        <p:nvSpPr>
          <p:cNvPr id="11" name="Shape 9"/>
          <p:cNvSpPr/>
          <p:nvPr/>
        </p:nvSpPr>
        <p:spPr>
          <a:xfrm>
            <a:off x="3302234" y="3975693"/>
            <a:ext cx="11055" cy="11055"/>
          </a:xfrm>
          <a:prstGeom prst="ellipse">
            <a:avLst/>
          </a:prstGeom>
          <a:solidFill>
            <a:srgbClr val="D3E2ED">
              <a:alpha val="30000"/>
            </a:srgbClr>
          </a:solidFill>
          <a:ln w="12700">
            <a:solidFill>
              <a:srgbClr val="071321">
                <a:alpha val="0"/>
              </a:srgbClr>
            </a:solidFill>
            <a:prstDash val="solid"/>
          </a:ln>
        </p:spPr>
      </p:sp>
      <p:sp>
        <p:nvSpPr>
          <p:cNvPr id="12" name="Shape 10"/>
          <p:cNvSpPr/>
          <p:nvPr/>
        </p:nvSpPr>
        <p:spPr>
          <a:xfrm>
            <a:off x="8721523" y="868155"/>
            <a:ext cx="15873" cy="15873"/>
          </a:xfrm>
          <a:prstGeom prst="ellipse">
            <a:avLst/>
          </a:prstGeom>
          <a:solidFill>
            <a:srgbClr val="D3E2ED">
              <a:alpha val="30000"/>
            </a:srgbClr>
          </a:solidFill>
          <a:ln w="12700">
            <a:solidFill>
              <a:srgbClr val="071321">
                <a:alpha val="0"/>
              </a:srgbClr>
            </a:solidFill>
            <a:prstDash val="solid"/>
          </a:ln>
        </p:spPr>
      </p:sp>
      <p:sp>
        <p:nvSpPr>
          <p:cNvPr id="13" name="Shape 11"/>
          <p:cNvSpPr/>
          <p:nvPr/>
        </p:nvSpPr>
        <p:spPr>
          <a:xfrm>
            <a:off x="4797023" y="3373171"/>
            <a:ext cx="17444" cy="17444"/>
          </a:xfrm>
          <a:prstGeom prst="ellipse">
            <a:avLst/>
          </a:prstGeom>
          <a:solidFill>
            <a:srgbClr val="D3E2ED">
              <a:alpha val="30000"/>
            </a:srgbClr>
          </a:solidFill>
          <a:ln w="12700">
            <a:solidFill>
              <a:srgbClr val="071321">
                <a:alpha val="0"/>
              </a:srgbClr>
            </a:solidFill>
            <a:prstDash val="solid"/>
          </a:ln>
        </p:spPr>
      </p:sp>
      <p:sp>
        <p:nvSpPr>
          <p:cNvPr id="14" name="Shape 12"/>
          <p:cNvSpPr/>
          <p:nvPr/>
        </p:nvSpPr>
        <p:spPr>
          <a:xfrm>
            <a:off x="6932422" y="1606597"/>
            <a:ext cx="11270" cy="11270"/>
          </a:xfrm>
          <a:prstGeom prst="ellipse">
            <a:avLst/>
          </a:prstGeom>
          <a:solidFill>
            <a:srgbClr val="D3E2ED">
              <a:alpha val="30000"/>
            </a:srgbClr>
          </a:solidFill>
          <a:ln w="12700">
            <a:solidFill>
              <a:srgbClr val="071321">
                <a:alpha val="0"/>
              </a:srgbClr>
            </a:solidFill>
            <a:prstDash val="solid"/>
          </a:ln>
        </p:spPr>
      </p:sp>
      <p:sp>
        <p:nvSpPr>
          <p:cNvPr id="15" name="Shape 13"/>
          <p:cNvSpPr/>
          <p:nvPr/>
        </p:nvSpPr>
        <p:spPr>
          <a:xfrm>
            <a:off x="496032" y="2967595"/>
            <a:ext cx="13956" cy="13956"/>
          </a:xfrm>
          <a:prstGeom prst="ellipse">
            <a:avLst/>
          </a:prstGeom>
          <a:solidFill>
            <a:srgbClr val="D3E2ED">
              <a:alpha val="30000"/>
            </a:srgbClr>
          </a:solidFill>
          <a:ln w="12700">
            <a:solidFill>
              <a:srgbClr val="071321">
                <a:alpha val="0"/>
              </a:srgbClr>
            </a:solidFill>
            <a:prstDash val="solid"/>
          </a:ln>
        </p:spPr>
      </p:sp>
      <p:sp>
        <p:nvSpPr>
          <p:cNvPr id="16" name="Shape 14"/>
          <p:cNvSpPr/>
          <p:nvPr/>
        </p:nvSpPr>
        <p:spPr>
          <a:xfrm>
            <a:off x="6101004" y="6547660"/>
            <a:ext cx="12076" cy="12076"/>
          </a:xfrm>
          <a:prstGeom prst="ellipse">
            <a:avLst/>
          </a:prstGeom>
          <a:solidFill>
            <a:srgbClr val="5DE4E2">
              <a:alpha val="55000"/>
            </a:srgbClr>
          </a:solidFill>
          <a:ln w="12700">
            <a:solidFill>
              <a:srgbClr val="071321">
                <a:alpha val="0"/>
              </a:srgbClr>
            </a:solidFill>
            <a:prstDash val="solid"/>
          </a:ln>
        </p:spPr>
      </p:sp>
      <p:sp>
        <p:nvSpPr>
          <p:cNvPr id="17" name="Shape 15"/>
          <p:cNvSpPr/>
          <p:nvPr/>
        </p:nvSpPr>
        <p:spPr>
          <a:xfrm>
            <a:off x="803660" y="3677000"/>
            <a:ext cx="15918" cy="15918"/>
          </a:xfrm>
          <a:prstGeom prst="ellipse">
            <a:avLst/>
          </a:prstGeom>
          <a:solidFill>
            <a:srgbClr val="D3E2ED">
              <a:alpha val="30000"/>
            </a:srgbClr>
          </a:solidFill>
          <a:ln w="12700">
            <a:solidFill>
              <a:srgbClr val="071321">
                <a:alpha val="0"/>
              </a:srgbClr>
            </a:solidFill>
            <a:prstDash val="solid"/>
          </a:ln>
        </p:spPr>
      </p:sp>
      <p:sp>
        <p:nvSpPr>
          <p:cNvPr id="18" name="Shape 16"/>
          <p:cNvSpPr/>
          <p:nvPr/>
        </p:nvSpPr>
        <p:spPr>
          <a:xfrm>
            <a:off x="1146441" y="332877"/>
            <a:ext cx="15848" cy="15848"/>
          </a:xfrm>
          <a:prstGeom prst="ellipse">
            <a:avLst/>
          </a:prstGeom>
          <a:solidFill>
            <a:srgbClr val="D3E2ED">
              <a:alpha val="30000"/>
            </a:srgbClr>
          </a:solidFill>
          <a:ln w="12700">
            <a:solidFill>
              <a:srgbClr val="071321">
                <a:alpha val="0"/>
              </a:srgbClr>
            </a:solidFill>
            <a:prstDash val="solid"/>
          </a:ln>
        </p:spPr>
      </p:sp>
      <p:sp>
        <p:nvSpPr>
          <p:cNvPr id="19" name="Shape 17"/>
          <p:cNvSpPr/>
          <p:nvPr/>
        </p:nvSpPr>
        <p:spPr>
          <a:xfrm>
            <a:off x="7479911" y="3818152"/>
            <a:ext cx="7860" cy="7860"/>
          </a:xfrm>
          <a:prstGeom prst="ellipse">
            <a:avLst/>
          </a:prstGeom>
          <a:solidFill>
            <a:srgbClr val="D3E2ED">
              <a:alpha val="30000"/>
            </a:srgbClr>
          </a:solidFill>
          <a:ln w="12700">
            <a:solidFill>
              <a:srgbClr val="071321">
                <a:alpha val="0"/>
              </a:srgbClr>
            </a:solidFill>
            <a:prstDash val="solid"/>
          </a:ln>
        </p:spPr>
      </p:sp>
      <p:sp>
        <p:nvSpPr>
          <p:cNvPr id="20" name="Shape 18"/>
          <p:cNvSpPr/>
          <p:nvPr/>
        </p:nvSpPr>
        <p:spPr>
          <a:xfrm>
            <a:off x="4726805" y="5878626"/>
            <a:ext cx="7956" cy="7956"/>
          </a:xfrm>
          <a:prstGeom prst="ellipse">
            <a:avLst/>
          </a:prstGeom>
          <a:solidFill>
            <a:srgbClr val="D3E2ED">
              <a:alpha val="30000"/>
            </a:srgbClr>
          </a:solidFill>
          <a:ln w="12700">
            <a:solidFill>
              <a:srgbClr val="071321">
                <a:alpha val="0"/>
              </a:srgbClr>
            </a:solidFill>
            <a:prstDash val="solid"/>
          </a:ln>
        </p:spPr>
      </p:sp>
      <p:sp>
        <p:nvSpPr>
          <p:cNvPr id="21" name="Shape 19"/>
          <p:cNvSpPr/>
          <p:nvPr/>
        </p:nvSpPr>
        <p:spPr>
          <a:xfrm>
            <a:off x="10161179" y="330019"/>
            <a:ext cx="13613" cy="13613"/>
          </a:xfrm>
          <a:prstGeom prst="ellipse">
            <a:avLst/>
          </a:prstGeom>
          <a:solidFill>
            <a:srgbClr val="D3E2ED">
              <a:alpha val="30000"/>
            </a:srgbClr>
          </a:solidFill>
          <a:ln w="12700">
            <a:solidFill>
              <a:srgbClr val="071321">
                <a:alpha val="0"/>
              </a:srgbClr>
            </a:solidFill>
            <a:prstDash val="solid"/>
          </a:ln>
        </p:spPr>
      </p:sp>
      <p:sp>
        <p:nvSpPr>
          <p:cNvPr id="22" name="Shape 20"/>
          <p:cNvSpPr/>
          <p:nvPr/>
        </p:nvSpPr>
        <p:spPr>
          <a:xfrm>
            <a:off x="10009307" y="393153"/>
            <a:ext cx="14420" cy="14420"/>
          </a:xfrm>
          <a:prstGeom prst="ellipse">
            <a:avLst/>
          </a:prstGeom>
          <a:solidFill>
            <a:srgbClr val="D3E2ED">
              <a:alpha val="30000"/>
            </a:srgbClr>
          </a:solidFill>
          <a:ln w="12700">
            <a:solidFill>
              <a:srgbClr val="071321">
                <a:alpha val="0"/>
              </a:srgbClr>
            </a:solidFill>
            <a:prstDash val="solid"/>
          </a:ln>
        </p:spPr>
      </p:sp>
      <p:sp>
        <p:nvSpPr>
          <p:cNvPr id="23" name="Shape 21"/>
          <p:cNvSpPr/>
          <p:nvPr/>
        </p:nvSpPr>
        <p:spPr>
          <a:xfrm>
            <a:off x="907481" y="6260973"/>
            <a:ext cx="10081" cy="10081"/>
          </a:xfrm>
          <a:prstGeom prst="ellipse">
            <a:avLst/>
          </a:prstGeom>
          <a:solidFill>
            <a:srgbClr val="5DE4E2">
              <a:alpha val="55000"/>
            </a:srgbClr>
          </a:solidFill>
          <a:ln w="12700">
            <a:solidFill>
              <a:srgbClr val="071321">
                <a:alpha val="0"/>
              </a:srgbClr>
            </a:solidFill>
            <a:prstDash val="solid"/>
          </a:ln>
        </p:spPr>
      </p:sp>
      <p:sp>
        <p:nvSpPr>
          <p:cNvPr id="24" name="Shape 22"/>
          <p:cNvSpPr/>
          <p:nvPr/>
        </p:nvSpPr>
        <p:spPr>
          <a:xfrm>
            <a:off x="11598045" y="1901233"/>
            <a:ext cx="16549" cy="16549"/>
          </a:xfrm>
          <a:prstGeom prst="ellipse">
            <a:avLst/>
          </a:prstGeom>
          <a:solidFill>
            <a:srgbClr val="D3E2ED">
              <a:alpha val="30000"/>
            </a:srgbClr>
          </a:solidFill>
          <a:ln w="12700">
            <a:solidFill>
              <a:srgbClr val="071321">
                <a:alpha val="0"/>
              </a:srgbClr>
            </a:solidFill>
            <a:prstDash val="solid"/>
          </a:ln>
        </p:spPr>
      </p:sp>
      <p:sp>
        <p:nvSpPr>
          <p:cNvPr id="25" name="Shape 23"/>
          <p:cNvSpPr/>
          <p:nvPr/>
        </p:nvSpPr>
        <p:spPr>
          <a:xfrm>
            <a:off x="5069833" y="2069028"/>
            <a:ext cx="10336" cy="10336"/>
          </a:xfrm>
          <a:prstGeom prst="ellipse">
            <a:avLst/>
          </a:prstGeom>
          <a:solidFill>
            <a:srgbClr val="D3E2ED">
              <a:alpha val="30000"/>
            </a:srgbClr>
          </a:solidFill>
          <a:ln w="12700">
            <a:solidFill>
              <a:srgbClr val="071321">
                <a:alpha val="0"/>
              </a:srgbClr>
            </a:solidFill>
            <a:prstDash val="solid"/>
          </a:ln>
        </p:spPr>
      </p:sp>
      <p:sp>
        <p:nvSpPr>
          <p:cNvPr id="26" name="Shape 24"/>
          <p:cNvSpPr/>
          <p:nvPr/>
        </p:nvSpPr>
        <p:spPr>
          <a:xfrm>
            <a:off x="0" y="0"/>
            <a:ext cx="12192000" cy="6858000"/>
          </a:xfrm>
          <a:prstGeom prst="rect">
            <a:avLst/>
          </a:prstGeom>
          <a:solidFill>
            <a:srgbClr val="071321">
              <a:alpha val="89000"/>
            </a:srgbClr>
          </a:solidFill>
          <a:ln w="12700">
            <a:solidFill>
              <a:srgbClr val="071321">
                <a:alpha val="0"/>
              </a:srgbClr>
            </a:solidFill>
            <a:prstDash val="solid"/>
          </a:ln>
        </p:spPr>
      </p:sp>
      <p:sp>
        <p:nvSpPr>
          <p:cNvPr id="27" name="Text 25"/>
          <p:cNvSpPr/>
          <p:nvPr/>
        </p:nvSpPr>
        <p:spPr>
          <a:xfrm>
            <a:off x="612648" y="347472"/>
            <a:ext cx="10058400" cy="274320"/>
          </a:xfrm>
          <a:prstGeom prst="rect">
            <a:avLst/>
          </a:prstGeom>
          <a:noFill/>
          <a:ln/>
        </p:spPr>
        <p:txBody>
          <a:bodyPr wrap="square" lIns="0" tIns="0" rIns="0" bIns="0" rtlCol="0" anchor="ctr">
            <a:normAutofit/>
          </a:bodyPr>
          <a:lstStyle/>
          <a:p>
            <a:pPr marL="0" indent="0">
              <a:buNone/>
            </a:pPr>
            <a:r>
              <a:rPr lang="en-US" sz="950" b="1" kern="0" spc="220" dirty="0">
                <a:solidFill>
                  <a:srgbClr val="5DE4E2"/>
                </a:solidFill>
                <a:latin typeface="Inter" pitchFamily="34" charset="0"/>
                <a:ea typeface="Inter" pitchFamily="34" charset="-122"/>
                <a:cs typeface="Inter" pitchFamily="34" charset="-120"/>
              </a:rPr>
              <a:t>DSCC  /  MISSION FILE: ODYSSEY</a:t>
            </a:r>
            <a:endParaRPr lang="en-US" sz="950" dirty="0"/>
          </a:p>
        </p:txBody>
      </p:sp>
      <p:sp>
        <p:nvSpPr>
          <p:cNvPr id="28" name="Text 26"/>
          <p:cNvSpPr/>
          <p:nvPr/>
        </p:nvSpPr>
        <p:spPr>
          <a:xfrm>
            <a:off x="612648" y="832104"/>
            <a:ext cx="10972800" cy="612648"/>
          </a:xfrm>
          <a:prstGeom prst="rect">
            <a:avLst/>
          </a:prstGeom>
          <a:noFill/>
          <a:ln/>
        </p:spPr>
        <p:txBody>
          <a:bodyPr wrap="square" lIns="0" tIns="0" rIns="0" bIns="0" rtlCol="0" anchor="ctr">
            <a:normAutofit/>
          </a:bodyPr>
          <a:lstStyle/>
          <a:p>
            <a:pPr marL="0" indent="0">
              <a:buNone/>
            </a:pPr>
            <a:r>
              <a:rPr lang="en-US" sz="3000" b="1" dirty="0">
                <a:solidFill>
                  <a:srgbClr val="F0F8FC"/>
                </a:solidFill>
                <a:latin typeface="Inter Display" pitchFamily="34" charset="0"/>
                <a:ea typeface="Inter Display" pitchFamily="34" charset="-122"/>
                <a:cs typeface="Inter Display" pitchFamily="34" charset="-120"/>
              </a:rPr>
              <a:t>PAIRING IS PART OF THE MISSION</a:t>
            </a:r>
            <a:endParaRPr lang="en-US" sz="3000" dirty="0"/>
          </a:p>
        </p:txBody>
      </p:sp>
      <p:sp>
        <p:nvSpPr>
          <p:cNvPr id="29" name="Text 27"/>
          <p:cNvSpPr/>
          <p:nvPr/>
        </p:nvSpPr>
        <p:spPr>
          <a:xfrm>
            <a:off x="640080" y="1481328"/>
            <a:ext cx="10789920" cy="347472"/>
          </a:xfrm>
          <a:prstGeom prst="rect">
            <a:avLst/>
          </a:prstGeom>
          <a:noFill/>
          <a:ln/>
        </p:spPr>
        <p:txBody>
          <a:bodyPr wrap="square" lIns="0" tIns="0" rIns="0" bIns="0" rtlCol="0" anchor="ctr">
            <a:normAutofit/>
          </a:bodyPr>
          <a:lstStyle/>
          <a:p>
            <a:pPr marL="0" indent="0">
              <a:buNone/>
            </a:pPr>
            <a:r>
              <a:rPr lang="en-US" sz="1500" dirty="0">
                <a:solidFill>
                  <a:srgbClr val="B0C6D1"/>
                </a:solidFill>
                <a:latin typeface="Inter" pitchFamily="34" charset="0"/>
                <a:ea typeface="Inter" pitchFamily="34" charset="-122"/>
                <a:cs typeface="Inter" pitchFamily="34" charset="-120"/>
              </a:rPr>
              <a:t>Try ping-pong TDD. Change roles frequently.</a:t>
            </a:r>
            <a:endParaRPr lang="en-US" sz="1500" dirty="0"/>
          </a:p>
        </p:txBody>
      </p:sp>
      <p:sp>
        <p:nvSpPr>
          <p:cNvPr id="30" name="Shape 28"/>
          <p:cNvSpPr/>
          <p:nvPr/>
        </p:nvSpPr>
        <p:spPr>
          <a:xfrm>
            <a:off x="612648" y="1865376"/>
            <a:ext cx="10972800" cy="914"/>
          </a:xfrm>
          <a:prstGeom prst="line">
            <a:avLst/>
          </a:prstGeom>
          <a:noFill/>
          <a:ln w="12700">
            <a:solidFill>
              <a:srgbClr val="28506A"/>
            </a:solidFill>
            <a:prstDash val="solid"/>
          </a:ln>
        </p:spPr>
      </p:sp>
      <p:sp>
        <p:nvSpPr>
          <p:cNvPr id="31" name="Shape 29"/>
          <p:cNvSpPr/>
          <p:nvPr/>
        </p:nvSpPr>
        <p:spPr>
          <a:xfrm>
            <a:off x="612648" y="6510528"/>
            <a:ext cx="10972800" cy="914"/>
          </a:xfrm>
          <a:prstGeom prst="line">
            <a:avLst/>
          </a:prstGeom>
          <a:noFill/>
          <a:ln w="10160">
            <a:solidFill>
              <a:srgbClr val="28506A"/>
            </a:solidFill>
            <a:prstDash val="solid"/>
          </a:ln>
        </p:spPr>
      </p:sp>
      <p:sp>
        <p:nvSpPr>
          <p:cNvPr id="32" name="Text 30"/>
          <p:cNvSpPr/>
          <p:nvPr/>
        </p:nvSpPr>
        <p:spPr>
          <a:xfrm>
            <a:off x="630936" y="6556248"/>
            <a:ext cx="7315200" cy="173736"/>
          </a:xfrm>
          <a:prstGeom prst="rect">
            <a:avLst/>
          </a:prstGeom>
          <a:noFill/>
          <a:ln/>
        </p:spPr>
        <p:txBody>
          <a:bodyPr wrap="square" lIns="0" tIns="0" rIns="0" bIns="0" rtlCol="0" anchor="ctr">
            <a:normAutofit/>
          </a:bodyPr>
          <a:lstStyle/>
          <a:p>
            <a:pPr marL="0" indent="0">
              <a:buNone/>
            </a:pPr>
            <a:r>
              <a:rPr lang="en-US" sz="800" b="1" kern="0" spc="150" dirty="0">
                <a:solidFill>
                  <a:srgbClr val="7F9FB0"/>
                </a:solidFill>
                <a:latin typeface="Inter" pitchFamily="34" charset="0"/>
                <a:ea typeface="Inter" pitchFamily="34" charset="-122"/>
                <a:cs typeface="Inter" pitchFamily="34" charset="-120"/>
              </a:rPr>
              <a:t>C3  //  THE LAST TRANSMISSION  //  ACT I</a:t>
            </a:r>
            <a:endParaRPr lang="en-US" sz="800" dirty="0"/>
          </a:p>
        </p:txBody>
      </p:sp>
      <p:sp>
        <p:nvSpPr>
          <p:cNvPr id="33" name="Text 31"/>
          <p:cNvSpPr/>
          <p:nvPr/>
        </p:nvSpPr>
        <p:spPr>
          <a:xfrm>
            <a:off x="10972800" y="6556248"/>
            <a:ext cx="530352" cy="173736"/>
          </a:xfrm>
          <a:prstGeom prst="rect">
            <a:avLst/>
          </a:prstGeom>
          <a:noFill/>
          <a:ln/>
        </p:spPr>
        <p:txBody>
          <a:bodyPr wrap="square" lIns="0" tIns="0" rIns="0" bIns="0" rtlCol="0" anchor="ctr">
            <a:normAutofit/>
          </a:bodyPr>
          <a:lstStyle/>
          <a:p>
            <a:pPr marL="0" indent="0" algn="r">
              <a:buNone/>
            </a:pPr>
            <a:r>
              <a:rPr lang="en-US" sz="800" b="1" dirty="0">
                <a:solidFill>
                  <a:srgbClr val="7F9FB0"/>
                </a:solidFill>
                <a:latin typeface="Inter" pitchFamily="34" charset="0"/>
                <a:ea typeface="Inter" pitchFamily="34" charset="-122"/>
                <a:cs typeface="Inter" pitchFamily="34" charset="-120"/>
              </a:rPr>
              <a:t>12</a:t>
            </a:r>
            <a:endParaRPr lang="en-US" sz="800" dirty="0"/>
          </a:p>
        </p:txBody>
      </p:sp>
      <p:sp>
        <p:nvSpPr>
          <p:cNvPr id="34" name="Shape 32"/>
          <p:cNvSpPr/>
          <p:nvPr/>
        </p:nvSpPr>
        <p:spPr>
          <a:xfrm>
            <a:off x="713232" y="2167128"/>
            <a:ext cx="5266944" cy="2395728"/>
          </a:xfrm>
          <a:prstGeom prst="roundRect">
            <a:avLst>
              <a:gd name="adj" fmla="val 3053"/>
            </a:avLst>
          </a:prstGeom>
          <a:solidFill>
            <a:srgbClr val="0B1C2D">
              <a:alpha val="95000"/>
            </a:srgbClr>
          </a:solidFill>
          <a:ln w="10160">
            <a:solidFill>
              <a:srgbClr val="5DE4E2">
                <a:alpha val="76000"/>
              </a:srgbClr>
            </a:solidFill>
            <a:prstDash val="solid"/>
          </a:ln>
        </p:spPr>
      </p:sp>
      <p:sp>
        <p:nvSpPr>
          <p:cNvPr id="35" name="Shape 33"/>
          <p:cNvSpPr/>
          <p:nvPr/>
        </p:nvSpPr>
        <p:spPr>
          <a:xfrm>
            <a:off x="6217920" y="2167128"/>
            <a:ext cx="5266944" cy="2395728"/>
          </a:xfrm>
          <a:prstGeom prst="roundRect">
            <a:avLst>
              <a:gd name="adj" fmla="val 3053"/>
            </a:avLst>
          </a:prstGeom>
          <a:solidFill>
            <a:srgbClr val="0B1C2D">
              <a:alpha val="95000"/>
            </a:srgbClr>
          </a:solidFill>
          <a:ln w="10160">
            <a:solidFill>
              <a:srgbClr val="FFC26E">
                <a:alpha val="76000"/>
              </a:srgbClr>
            </a:solidFill>
            <a:prstDash val="solid"/>
          </a:ln>
        </p:spPr>
      </p:sp>
      <p:sp>
        <p:nvSpPr>
          <p:cNvPr id="36" name="Shape 34"/>
          <p:cNvSpPr/>
          <p:nvPr/>
        </p:nvSpPr>
        <p:spPr>
          <a:xfrm>
            <a:off x="1042416" y="2478024"/>
            <a:ext cx="1636776" cy="301752"/>
          </a:xfrm>
          <a:prstGeom prst="roundRect">
            <a:avLst/>
          </a:prstGeom>
          <a:solidFill>
            <a:srgbClr val="5DE4E2">
              <a:alpha val="16000"/>
            </a:srgbClr>
          </a:solidFill>
          <a:ln w="6350">
            <a:solidFill>
              <a:srgbClr val="5DE4E2">
                <a:alpha val="52000"/>
              </a:srgbClr>
            </a:solidFill>
            <a:prstDash val="solid"/>
          </a:ln>
        </p:spPr>
      </p:sp>
      <p:sp>
        <p:nvSpPr>
          <p:cNvPr id="37" name="Text 35"/>
          <p:cNvSpPr/>
          <p:nvPr/>
        </p:nvSpPr>
        <p:spPr>
          <a:xfrm>
            <a:off x="1115568" y="2514600"/>
            <a:ext cx="1490472" cy="210312"/>
          </a:xfrm>
          <a:prstGeom prst="rect">
            <a:avLst/>
          </a:prstGeom>
          <a:noFill/>
          <a:ln/>
        </p:spPr>
        <p:txBody>
          <a:bodyPr wrap="square" lIns="0" tIns="0" rIns="0" bIns="0" rtlCol="0" anchor="ctr">
            <a:normAutofit/>
          </a:bodyPr>
          <a:lstStyle/>
          <a:p>
            <a:pPr marL="0" indent="0" algn="ctr">
              <a:buNone/>
            </a:pPr>
            <a:r>
              <a:rPr lang="en-US" sz="900" b="1" dirty="0">
                <a:solidFill>
                  <a:srgbClr val="5DE4E2"/>
                </a:solidFill>
                <a:latin typeface="Inter" pitchFamily="34" charset="0"/>
                <a:ea typeface="Inter" pitchFamily="34" charset="-122"/>
                <a:cs typeface="Inter" pitchFamily="34" charset="-120"/>
              </a:rPr>
              <a:t>ENGINEER A</a:t>
            </a:r>
            <a:endParaRPr lang="en-US" sz="900" dirty="0"/>
          </a:p>
        </p:txBody>
      </p:sp>
      <p:sp>
        <p:nvSpPr>
          <p:cNvPr id="38" name="Text 36"/>
          <p:cNvSpPr/>
          <p:nvPr/>
        </p:nvSpPr>
        <p:spPr>
          <a:xfrm>
            <a:off x="1042416" y="3008376"/>
            <a:ext cx="4526280" cy="685800"/>
          </a:xfrm>
          <a:prstGeom prst="rect">
            <a:avLst/>
          </a:prstGeom>
          <a:noFill/>
          <a:ln/>
        </p:spPr>
        <p:txBody>
          <a:bodyPr wrap="square" lIns="0" tIns="0" rIns="0" bIns="0" rtlCol="0" anchor="ctr">
            <a:normAutofit/>
          </a:bodyPr>
          <a:lstStyle/>
          <a:p>
            <a:pPr marL="0" indent="0">
              <a:buNone/>
            </a:pPr>
            <a:r>
              <a:rPr lang="en-US" sz="2300" b="1" dirty="0">
                <a:solidFill>
                  <a:srgbClr val="F0F8FC"/>
                </a:solidFill>
                <a:latin typeface="Inter" pitchFamily="34" charset="0"/>
                <a:ea typeface="Inter" pitchFamily="34" charset="-122"/>
                <a:cs typeface="Inter" pitchFamily="34" charset="-120"/>
              </a:rPr>
              <a:t>Writes a small failing test</a:t>
            </a:r>
            <a:endParaRPr lang="en-US" sz="2300" dirty="0"/>
          </a:p>
        </p:txBody>
      </p:sp>
      <p:sp>
        <p:nvSpPr>
          <p:cNvPr id="39" name="Text 37"/>
          <p:cNvSpPr/>
          <p:nvPr/>
        </p:nvSpPr>
        <p:spPr>
          <a:xfrm>
            <a:off x="1042416" y="3858768"/>
            <a:ext cx="4553712" cy="466344"/>
          </a:xfrm>
          <a:prstGeom prst="rect">
            <a:avLst/>
          </a:prstGeom>
          <a:noFill/>
          <a:ln/>
        </p:spPr>
        <p:txBody>
          <a:bodyPr wrap="square" lIns="0" tIns="0" rIns="0" bIns="0" rtlCol="0" anchor="ctr">
            <a:normAutofit/>
          </a:bodyPr>
          <a:lstStyle/>
          <a:p>
            <a:pPr marL="0" indent="0">
              <a:buNone/>
            </a:pPr>
            <a:r>
              <a:rPr lang="en-US" sz="1500" dirty="0">
                <a:solidFill>
                  <a:srgbClr val="B0C6D1"/>
                </a:solidFill>
                <a:latin typeface="Inter" pitchFamily="34" charset="0"/>
                <a:ea typeface="Inter" pitchFamily="34" charset="-122"/>
                <a:cs typeface="Inter" pitchFamily="34" charset="-120"/>
              </a:rPr>
              <a:t>Explains the behavior and the expected result.</a:t>
            </a:r>
            <a:endParaRPr lang="en-US" sz="1500" dirty="0"/>
          </a:p>
        </p:txBody>
      </p:sp>
      <p:sp>
        <p:nvSpPr>
          <p:cNvPr id="40" name="Shape 38"/>
          <p:cNvSpPr/>
          <p:nvPr/>
        </p:nvSpPr>
        <p:spPr>
          <a:xfrm>
            <a:off x="6528816" y="2478024"/>
            <a:ext cx="1636776" cy="301752"/>
          </a:xfrm>
          <a:prstGeom prst="roundRect">
            <a:avLst/>
          </a:prstGeom>
          <a:solidFill>
            <a:srgbClr val="FFC26E">
              <a:alpha val="16000"/>
            </a:srgbClr>
          </a:solidFill>
          <a:ln w="6350">
            <a:solidFill>
              <a:srgbClr val="FFC26E">
                <a:alpha val="52000"/>
              </a:srgbClr>
            </a:solidFill>
            <a:prstDash val="solid"/>
          </a:ln>
        </p:spPr>
      </p:sp>
      <p:sp>
        <p:nvSpPr>
          <p:cNvPr id="41" name="Text 39"/>
          <p:cNvSpPr/>
          <p:nvPr/>
        </p:nvSpPr>
        <p:spPr>
          <a:xfrm>
            <a:off x="6601968" y="2514600"/>
            <a:ext cx="1490472" cy="210312"/>
          </a:xfrm>
          <a:prstGeom prst="rect">
            <a:avLst/>
          </a:prstGeom>
          <a:noFill/>
          <a:ln/>
        </p:spPr>
        <p:txBody>
          <a:bodyPr wrap="square" lIns="0" tIns="0" rIns="0" bIns="0" rtlCol="0" anchor="ctr">
            <a:normAutofit/>
          </a:bodyPr>
          <a:lstStyle/>
          <a:p>
            <a:pPr marL="0" indent="0" algn="ctr">
              <a:buNone/>
            </a:pPr>
            <a:r>
              <a:rPr lang="en-US" sz="900" b="1" dirty="0">
                <a:solidFill>
                  <a:srgbClr val="FFC26E"/>
                </a:solidFill>
                <a:latin typeface="Inter" pitchFamily="34" charset="0"/>
                <a:ea typeface="Inter" pitchFamily="34" charset="-122"/>
                <a:cs typeface="Inter" pitchFamily="34" charset="-120"/>
              </a:rPr>
              <a:t>ENGINEER B</a:t>
            </a:r>
            <a:endParaRPr lang="en-US" sz="900" dirty="0"/>
          </a:p>
        </p:txBody>
      </p:sp>
      <p:sp>
        <p:nvSpPr>
          <p:cNvPr id="42" name="Text 40"/>
          <p:cNvSpPr/>
          <p:nvPr/>
        </p:nvSpPr>
        <p:spPr>
          <a:xfrm>
            <a:off x="6537960" y="3008376"/>
            <a:ext cx="4526280" cy="685800"/>
          </a:xfrm>
          <a:prstGeom prst="rect">
            <a:avLst/>
          </a:prstGeom>
          <a:noFill/>
          <a:ln/>
        </p:spPr>
        <p:txBody>
          <a:bodyPr wrap="square" lIns="0" tIns="0" rIns="0" bIns="0" rtlCol="0" anchor="ctr">
            <a:normAutofit/>
          </a:bodyPr>
          <a:lstStyle/>
          <a:p>
            <a:pPr marL="0" indent="0">
              <a:buNone/>
            </a:pPr>
            <a:r>
              <a:rPr lang="en-US" sz="2300" b="1" dirty="0">
                <a:solidFill>
                  <a:srgbClr val="F0F8FC"/>
                </a:solidFill>
                <a:latin typeface="Inter" pitchFamily="34" charset="0"/>
                <a:ea typeface="Inter" pitchFamily="34" charset="-122"/>
                <a:cs typeface="Inter" pitchFamily="34" charset="-120"/>
              </a:rPr>
              <a:t>Makes it pass</a:t>
            </a:r>
            <a:endParaRPr lang="en-US" sz="2300" dirty="0"/>
          </a:p>
        </p:txBody>
      </p:sp>
      <p:sp>
        <p:nvSpPr>
          <p:cNvPr id="43" name="Text 41"/>
          <p:cNvSpPr/>
          <p:nvPr/>
        </p:nvSpPr>
        <p:spPr>
          <a:xfrm>
            <a:off x="6537960" y="3858768"/>
            <a:ext cx="4553712" cy="466344"/>
          </a:xfrm>
          <a:prstGeom prst="rect">
            <a:avLst/>
          </a:prstGeom>
          <a:noFill/>
          <a:ln/>
        </p:spPr>
        <p:txBody>
          <a:bodyPr wrap="square" lIns="0" tIns="0" rIns="0" bIns="0" rtlCol="0" anchor="ctr">
            <a:normAutofit/>
          </a:bodyPr>
          <a:lstStyle/>
          <a:p>
            <a:pPr marL="0" indent="0">
              <a:buNone/>
            </a:pPr>
            <a:r>
              <a:rPr lang="en-US" sz="1500" dirty="0">
                <a:solidFill>
                  <a:srgbClr val="B0C6D1"/>
                </a:solidFill>
                <a:latin typeface="Inter" pitchFamily="34" charset="0"/>
                <a:ea typeface="Inter" pitchFamily="34" charset="-122"/>
                <a:cs typeface="Inter" pitchFamily="34" charset="-120"/>
              </a:rPr>
              <a:t>Then writes the next failing test. Switch.</a:t>
            </a:r>
            <a:endParaRPr lang="en-US" sz="1500" dirty="0"/>
          </a:p>
        </p:txBody>
      </p:sp>
      <p:sp>
        <p:nvSpPr>
          <p:cNvPr id="44" name="Shape 42"/>
          <p:cNvSpPr/>
          <p:nvPr/>
        </p:nvSpPr>
        <p:spPr>
          <a:xfrm>
            <a:off x="2057400" y="5056632"/>
            <a:ext cx="8083296" cy="713232"/>
          </a:xfrm>
          <a:prstGeom prst="roundRect">
            <a:avLst/>
          </a:prstGeom>
          <a:solidFill>
            <a:srgbClr val="5DE4E2">
              <a:alpha val="11000"/>
            </a:srgbClr>
          </a:solidFill>
          <a:ln w="7620">
            <a:solidFill>
              <a:srgbClr val="5DE4E2">
                <a:alpha val="55000"/>
              </a:srgbClr>
            </a:solidFill>
            <a:prstDash val="solid"/>
          </a:ln>
        </p:spPr>
      </p:sp>
      <p:sp>
        <p:nvSpPr>
          <p:cNvPr id="45" name="Text 43"/>
          <p:cNvSpPr/>
          <p:nvPr/>
        </p:nvSpPr>
        <p:spPr>
          <a:xfrm>
            <a:off x="2313432" y="5276088"/>
            <a:ext cx="7589520" cy="274320"/>
          </a:xfrm>
          <a:prstGeom prst="rect">
            <a:avLst/>
          </a:prstGeom>
          <a:noFill/>
          <a:ln/>
        </p:spPr>
        <p:txBody>
          <a:bodyPr wrap="square" lIns="0" tIns="0" rIns="0" bIns="0" rtlCol="0" anchor="ctr">
            <a:normAutofit/>
          </a:bodyPr>
          <a:lstStyle/>
          <a:p>
            <a:pPr marL="0" indent="0" algn="ctr">
              <a:buNone/>
            </a:pPr>
            <a:r>
              <a:rPr lang="en-US" sz="1700" b="1" dirty="0">
                <a:solidFill>
                  <a:srgbClr val="5DE4E2"/>
                </a:solidFill>
                <a:latin typeface="Inter" pitchFamily="34" charset="0"/>
                <a:ea typeface="Inter" pitchFamily="34" charset="-122"/>
                <a:cs typeface="Inter" pitchFamily="34" charset="-120"/>
              </a:rPr>
              <a:t>TALK THROUGH DECISIONS.  DON’T CODE IN SILENCE.</a:t>
            </a:r>
            <a:endParaRPr lang="en-US" sz="1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3631411" y="3278340"/>
            <a:ext cx="15930" cy="15930"/>
          </a:xfrm>
          <a:prstGeom prst="ellipse">
            <a:avLst/>
          </a:prstGeom>
          <a:solidFill>
            <a:srgbClr val="5DE4E2">
              <a:alpha val="55000"/>
            </a:srgbClr>
          </a:solidFill>
          <a:ln w="12700">
            <a:solidFill>
              <a:srgbClr val="071321">
                <a:alpha val="0"/>
              </a:srgbClr>
            </a:solidFill>
            <a:prstDash val="solid"/>
          </a:ln>
        </p:spPr>
      </p:sp>
      <p:sp>
        <p:nvSpPr>
          <p:cNvPr id="3" name="Shape 1"/>
          <p:cNvSpPr/>
          <p:nvPr/>
        </p:nvSpPr>
        <p:spPr>
          <a:xfrm>
            <a:off x="3756892" y="2815463"/>
            <a:ext cx="11278" cy="11278"/>
          </a:xfrm>
          <a:prstGeom prst="ellipse">
            <a:avLst/>
          </a:prstGeom>
          <a:solidFill>
            <a:srgbClr val="D3E2ED">
              <a:alpha val="30000"/>
            </a:srgbClr>
          </a:solidFill>
          <a:ln w="12700">
            <a:solidFill>
              <a:srgbClr val="071321">
                <a:alpha val="0"/>
              </a:srgbClr>
            </a:solidFill>
            <a:prstDash val="solid"/>
          </a:ln>
        </p:spPr>
      </p:sp>
      <p:sp>
        <p:nvSpPr>
          <p:cNvPr id="4" name="Shape 2"/>
          <p:cNvSpPr/>
          <p:nvPr/>
        </p:nvSpPr>
        <p:spPr>
          <a:xfrm>
            <a:off x="11152442" y="2341687"/>
            <a:ext cx="13054" cy="13054"/>
          </a:xfrm>
          <a:prstGeom prst="ellipse">
            <a:avLst/>
          </a:prstGeom>
          <a:solidFill>
            <a:srgbClr val="D3E2ED">
              <a:alpha val="30000"/>
            </a:srgbClr>
          </a:solidFill>
          <a:ln w="12700">
            <a:solidFill>
              <a:srgbClr val="071321">
                <a:alpha val="0"/>
              </a:srgbClr>
            </a:solidFill>
            <a:prstDash val="solid"/>
          </a:ln>
        </p:spPr>
      </p:sp>
      <p:sp>
        <p:nvSpPr>
          <p:cNvPr id="5" name="Shape 3"/>
          <p:cNvSpPr/>
          <p:nvPr/>
        </p:nvSpPr>
        <p:spPr>
          <a:xfrm>
            <a:off x="2867568" y="290803"/>
            <a:ext cx="15207" cy="15207"/>
          </a:xfrm>
          <a:prstGeom prst="ellipse">
            <a:avLst/>
          </a:prstGeom>
          <a:solidFill>
            <a:srgbClr val="D3E2ED">
              <a:alpha val="30000"/>
            </a:srgbClr>
          </a:solidFill>
          <a:ln w="12700">
            <a:solidFill>
              <a:srgbClr val="071321">
                <a:alpha val="0"/>
              </a:srgbClr>
            </a:solidFill>
            <a:prstDash val="solid"/>
          </a:ln>
        </p:spPr>
      </p:sp>
      <p:sp>
        <p:nvSpPr>
          <p:cNvPr id="6" name="Shape 4"/>
          <p:cNvSpPr/>
          <p:nvPr/>
        </p:nvSpPr>
        <p:spPr>
          <a:xfrm>
            <a:off x="5408758" y="4792326"/>
            <a:ext cx="8824" cy="8824"/>
          </a:xfrm>
          <a:prstGeom prst="ellipse">
            <a:avLst/>
          </a:prstGeom>
          <a:solidFill>
            <a:srgbClr val="D3E2ED">
              <a:alpha val="30000"/>
            </a:srgbClr>
          </a:solidFill>
          <a:ln w="12700">
            <a:solidFill>
              <a:srgbClr val="071321">
                <a:alpha val="0"/>
              </a:srgbClr>
            </a:solidFill>
            <a:prstDash val="solid"/>
          </a:ln>
        </p:spPr>
      </p:sp>
      <p:sp>
        <p:nvSpPr>
          <p:cNvPr id="7" name="Shape 5"/>
          <p:cNvSpPr/>
          <p:nvPr/>
        </p:nvSpPr>
        <p:spPr>
          <a:xfrm>
            <a:off x="781349" y="1500743"/>
            <a:ext cx="7905" cy="7905"/>
          </a:xfrm>
          <a:prstGeom prst="ellipse">
            <a:avLst/>
          </a:prstGeom>
          <a:solidFill>
            <a:srgbClr val="D3E2ED">
              <a:alpha val="30000"/>
            </a:srgbClr>
          </a:solidFill>
          <a:ln w="12700">
            <a:solidFill>
              <a:srgbClr val="071321">
                <a:alpha val="0"/>
              </a:srgbClr>
            </a:solidFill>
            <a:prstDash val="solid"/>
          </a:ln>
        </p:spPr>
      </p:sp>
      <p:sp>
        <p:nvSpPr>
          <p:cNvPr id="8" name="Shape 6"/>
          <p:cNvSpPr/>
          <p:nvPr/>
        </p:nvSpPr>
        <p:spPr>
          <a:xfrm>
            <a:off x="6182142" y="3833810"/>
            <a:ext cx="9127" cy="9127"/>
          </a:xfrm>
          <a:prstGeom prst="ellipse">
            <a:avLst/>
          </a:prstGeom>
          <a:solidFill>
            <a:srgbClr val="D3E2ED">
              <a:alpha val="30000"/>
            </a:srgbClr>
          </a:solidFill>
          <a:ln w="12700">
            <a:solidFill>
              <a:srgbClr val="071321">
                <a:alpha val="0"/>
              </a:srgbClr>
            </a:solidFill>
            <a:prstDash val="solid"/>
          </a:ln>
        </p:spPr>
      </p:sp>
      <p:sp>
        <p:nvSpPr>
          <p:cNvPr id="9" name="Shape 7"/>
          <p:cNvSpPr/>
          <p:nvPr/>
        </p:nvSpPr>
        <p:spPr>
          <a:xfrm>
            <a:off x="3257771" y="2810473"/>
            <a:ext cx="7840" cy="7840"/>
          </a:xfrm>
          <a:prstGeom prst="ellipse">
            <a:avLst/>
          </a:prstGeom>
          <a:solidFill>
            <a:srgbClr val="5DE4E2">
              <a:alpha val="55000"/>
            </a:srgbClr>
          </a:solidFill>
          <a:ln w="12700">
            <a:solidFill>
              <a:srgbClr val="071321">
                <a:alpha val="0"/>
              </a:srgbClr>
            </a:solidFill>
            <a:prstDash val="solid"/>
          </a:ln>
        </p:spPr>
      </p:sp>
      <p:sp>
        <p:nvSpPr>
          <p:cNvPr id="10" name="Shape 8"/>
          <p:cNvSpPr/>
          <p:nvPr/>
        </p:nvSpPr>
        <p:spPr>
          <a:xfrm>
            <a:off x="7107747" y="4970040"/>
            <a:ext cx="10064" cy="10064"/>
          </a:xfrm>
          <a:prstGeom prst="ellipse">
            <a:avLst/>
          </a:prstGeom>
          <a:solidFill>
            <a:srgbClr val="D3E2ED">
              <a:alpha val="30000"/>
            </a:srgbClr>
          </a:solidFill>
          <a:ln w="12700">
            <a:solidFill>
              <a:srgbClr val="071321">
                <a:alpha val="0"/>
              </a:srgbClr>
            </a:solidFill>
            <a:prstDash val="solid"/>
          </a:ln>
        </p:spPr>
      </p:sp>
      <p:sp>
        <p:nvSpPr>
          <p:cNvPr id="11" name="Shape 9"/>
          <p:cNvSpPr/>
          <p:nvPr/>
        </p:nvSpPr>
        <p:spPr>
          <a:xfrm>
            <a:off x="3076937" y="3379740"/>
            <a:ext cx="17431" cy="17431"/>
          </a:xfrm>
          <a:prstGeom prst="ellipse">
            <a:avLst/>
          </a:prstGeom>
          <a:solidFill>
            <a:srgbClr val="D3E2ED">
              <a:alpha val="30000"/>
            </a:srgbClr>
          </a:solidFill>
          <a:ln w="12700">
            <a:solidFill>
              <a:srgbClr val="071321">
                <a:alpha val="0"/>
              </a:srgbClr>
            </a:solidFill>
            <a:prstDash val="solid"/>
          </a:ln>
        </p:spPr>
      </p:sp>
      <p:sp>
        <p:nvSpPr>
          <p:cNvPr id="12" name="Shape 10"/>
          <p:cNvSpPr/>
          <p:nvPr/>
        </p:nvSpPr>
        <p:spPr>
          <a:xfrm>
            <a:off x="934184" y="6313431"/>
            <a:ext cx="13822" cy="13822"/>
          </a:xfrm>
          <a:prstGeom prst="ellipse">
            <a:avLst/>
          </a:prstGeom>
          <a:solidFill>
            <a:srgbClr val="D3E2ED">
              <a:alpha val="30000"/>
            </a:srgbClr>
          </a:solidFill>
          <a:ln w="12700">
            <a:solidFill>
              <a:srgbClr val="071321">
                <a:alpha val="0"/>
              </a:srgbClr>
            </a:solidFill>
            <a:prstDash val="solid"/>
          </a:ln>
        </p:spPr>
      </p:sp>
      <p:sp>
        <p:nvSpPr>
          <p:cNvPr id="13" name="Shape 11"/>
          <p:cNvSpPr/>
          <p:nvPr/>
        </p:nvSpPr>
        <p:spPr>
          <a:xfrm>
            <a:off x="10422720" y="4852876"/>
            <a:ext cx="11162" cy="11162"/>
          </a:xfrm>
          <a:prstGeom prst="ellipse">
            <a:avLst/>
          </a:prstGeom>
          <a:solidFill>
            <a:srgbClr val="D3E2ED">
              <a:alpha val="30000"/>
            </a:srgbClr>
          </a:solidFill>
          <a:ln w="12700">
            <a:solidFill>
              <a:srgbClr val="071321">
                <a:alpha val="0"/>
              </a:srgbClr>
            </a:solidFill>
            <a:prstDash val="solid"/>
          </a:ln>
        </p:spPr>
      </p:sp>
      <p:sp>
        <p:nvSpPr>
          <p:cNvPr id="14" name="Shape 12"/>
          <p:cNvSpPr/>
          <p:nvPr/>
        </p:nvSpPr>
        <p:spPr>
          <a:xfrm>
            <a:off x="10719819" y="404473"/>
            <a:ext cx="18179" cy="18179"/>
          </a:xfrm>
          <a:prstGeom prst="ellipse">
            <a:avLst/>
          </a:prstGeom>
          <a:solidFill>
            <a:srgbClr val="D3E2ED">
              <a:alpha val="30000"/>
            </a:srgbClr>
          </a:solidFill>
          <a:ln w="12700">
            <a:solidFill>
              <a:srgbClr val="071321">
                <a:alpha val="0"/>
              </a:srgbClr>
            </a:solidFill>
            <a:prstDash val="solid"/>
          </a:ln>
        </p:spPr>
      </p:sp>
      <p:sp>
        <p:nvSpPr>
          <p:cNvPr id="15" name="Shape 13"/>
          <p:cNvSpPr/>
          <p:nvPr/>
        </p:nvSpPr>
        <p:spPr>
          <a:xfrm>
            <a:off x="4288409" y="5815144"/>
            <a:ext cx="11024" cy="11024"/>
          </a:xfrm>
          <a:prstGeom prst="ellipse">
            <a:avLst/>
          </a:prstGeom>
          <a:solidFill>
            <a:srgbClr val="D3E2ED">
              <a:alpha val="30000"/>
            </a:srgbClr>
          </a:solidFill>
          <a:ln w="12700">
            <a:solidFill>
              <a:srgbClr val="071321">
                <a:alpha val="0"/>
              </a:srgbClr>
            </a:solidFill>
            <a:prstDash val="solid"/>
          </a:ln>
        </p:spPr>
      </p:sp>
      <p:sp>
        <p:nvSpPr>
          <p:cNvPr id="16" name="Shape 14"/>
          <p:cNvSpPr/>
          <p:nvPr/>
        </p:nvSpPr>
        <p:spPr>
          <a:xfrm>
            <a:off x="4358227" y="308390"/>
            <a:ext cx="12661" cy="12661"/>
          </a:xfrm>
          <a:prstGeom prst="ellipse">
            <a:avLst/>
          </a:prstGeom>
          <a:solidFill>
            <a:srgbClr val="5DE4E2">
              <a:alpha val="55000"/>
            </a:srgbClr>
          </a:solidFill>
          <a:ln w="12700">
            <a:solidFill>
              <a:srgbClr val="071321">
                <a:alpha val="0"/>
              </a:srgbClr>
            </a:solidFill>
            <a:prstDash val="solid"/>
          </a:ln>
        </p:spPr>
      </p:sp>
      <p:sp>
        <p:nvSpPr>
          <p:cNvPr id="17" name="Shape 15"/>
          <p:cNvSpPr/>
          <p:nvPr/>
        </p:nvSpPr>
        <p:spPr>
          <a:xfrm>
            <a:off x="7873360" y="494043"/>
            <a:ext cx="8904" cy="8904"/>
          </a:xfrm>
          <a:prstGeom prst="ellipse">
            <a:avLst/>
          </a:prstGeom>
          <a:solidFill>
            <a:srgbClr val="D3E2ED">
              <a:alpha val="30000"/>
            </a:srgbClr>
          </a:solidFill>
          <a:ln w="12700">
            <a:solidFill>
              <a:srgbClr val="071321">
                <a:alpha val="0"/>
              </a:srgbClr>
            </a:solidFill>
            <a:prstDash val="solid"/>
          </a:ln>
        </p:spPr>
      </p:sp>
      <p:sp>
        <p:nvSpPr>
          <p:cNvPr id="18" name="Shape 16"/>
          <p:cNvSpPr/>
          <p:nvPr/>
        </p:nvSpPr>
        <p:spPr>
          <a:xfrm>
            <a:off x="5220555" y="289264"/>
            <a:ext cx="14209" cy="14209"/>
          </a:xfrm>
          <a:prstGeom prst="ellipse">
            <a:avLst/>
          </a:prstGeom>
          <a:solidFill>
            <a:srgbClr val="D3E2ED">
              <a:alpha val="30000"/>
            </a:srgbClr>
          </a:solidFill>
          <a:ln w="12700">
            <a:solidFill>
              <a:srgbClr val="071321">
                <a:alpha val="0"/>
              </a:srgbClr>
            </a:solidFill>
            <a:prstDash val="solid"/>
          </a:ln>
        </p:spPr>
      </p:sp>
      <p:sp>
        <p:nvSpPr>
          <p:cNvPr id="19" name="Shape 17"/>
          <p:cNvSpPr/>
          <p:nvPr/>
        </p:nvSpPr>
        <p:spPr>
          <a:xfrm>
            <a:off x="10365693" y="2946541"/>
            <a:ext cx="8344" cy="8344"/>
          </a:xfrm>
          <a:prstGeom prst="ellipse">
            <a:avLst/>
          </a:prstGeom>
          <a:solidFill>
            <a:srgbClr val="D3E2ED">
              <a:alpha val="30000"/>
            </a:srgbClr>
          </a:solidFill>
          <a:ln w="12700">
            <a:solidFill>
              <a:srgbClr val="071321">
                <a:alpha val="0"/>
              </a:srgbClr>
            </a:solidFill>
            <a:prstDash val="solid"/>
          </a:ln>
        </p:spPr>
      </p:sp>
      <p:sp>
        <p:nvSpPr>
          <p:cNvPr id="20" name="Shape 18"/>
          <p:cNvSpPr/>
          <p:nvPr/>
        </p:nvSpPr>
        <p:spPr>
          <a:xfrm>
            <a:off x="4659700" y="3920928"/>
            <a:ext cx="11320" cy="11320"/>
          </a:xfrm>
          <a:prstGeom prst="ellipse">
            <a:avLst/>
          </a:prstGeom>
          <a:solidFill>
            <a:srgbClr val="D3E2ED">
              <a:alpha val="30000"/>
            </a:srgbClr>
          </a:solidFill>
          <a:ln w="12700">
            <a:solidFill>
              <a:srgbClr val="071321">
                <a:alpha val="0"/>
              </a:srgbClr>
            </a:solidFill>
            <a:prstDash val="solid"/>
          </a:ln>
        </p:spPr>
      </p:sp>
      <p:sp>
        <p:nvSpPr>
          <p:cNvPr id="21" name="Shape 19"/>
          <p:cNvSpPr/>
          <p:nvPr/>
        </p:nvSpPr>
        <p:spPr>
          <a:xfrm>
            <a:off x="4545929" y="541445"/>
            <a:ext cx="14150" cy="14150"/>
          </a:xfrm>
          <a:prstGeom prst="ellipse">
            <a:avLst/>
          </a:prstGeom>
          <a:solidFill>
            <a:srgbClr val="D3E2ED">
              <a:alpha val="30000"/>
            </a:srgbClr>
          </a:solidFill>
          <a:ln w="12700">
            <a:solidFill>
              <a:srgbClr val="071321">
                <a:alpha val="0"/>
              </a:srgbClr>
            </a:solidFill>
            <a:prstDash val="solid"/>
          </a:ln>
        </p:spPr>
      </p:sp>
      <p:sp>
        <p:nvSpPr>
          <p:cNvPr id="22" name="Shape 20"/>
          <p:cNvSpPr/>
          <p:nvPr/>
        </p:nvSpPr>
        <p:spPr>
          <a:xfrm>
            <a:off x="7802276" y="1801638"/>
            <a:ext cx="14478" cy="14478"/>
          </a:xfrm>
          <a:prstGeom prst="ellipse">
            <a:avLst/>
          </a:prstGeom>
          <a:solidFill>
            <a:srgbClr val="D3E2ED">
              <a:alpha val="30000"/>
            </a:srgbClr>
          </a:solidFill>
          <a:ln w="12700">
            <a:solidFill>
              <a:srgbClr val="071321">
                <a:alpha val="0"/>
              </a:srgbClr>
            </a:solidFill>
            <a:prstDash val="solid"/>
          </a:ln>
        </p:spPr>
      </p:sp>
      <p:sp>
        <p:nvSpPr>
          <p:cNvPr id="23" name="Shape 21"/>
          <p:cNvSpPr/>
          <p:nvPr/>
        </p:nvSpPr>
        <p:spPr>
          <a:xfrm>
            <a:off x="9247260" y="640864"/>
            <a:ext cx="11279" cy="11279"/>
          </a:xfrm>
          <a:prstGeom prst="ellipse">
            <a:avLst/>
          </a:prstGeom>
          <a:solidFill>
            <a:srgbClr val="5DE4E2">
              <a:alpha val="55000"/>
            </a:srgbClr>
          </a:solidFill>
          <a:ln w="12700">
            <a:solidFill>
              <a:srgbClr val="071321">
                <a:alpha val="0"/>
              </a:srgbClr>
            </a:solidFill>
            <a:prstDash val="solid"/>
          </a:ln>
        </p:spPr>
      </p:sp>
      <p:sp>
        <p:nvSpPr>
          <p:cNvPr id="24" name="Shape 22"/>
          <p:cNvSpPr/>
          <p:nvPr/>
        </p:nvSpPr>
        <p:spPr>
          <a:xfrm>
            <a:off x="10814631" y="739563"/>
            <a:ext cx="17556" cy="17556"/>
          </a:xfrm>
          <a:prstGeom prst="ellipse">
            <a:avLst/>
          </a:prstGeom>
          <a:solidFill>
            <a:srgbClr val="D3E2ED">
              <a:alpha val="30000"/>
            </a:srgbClr>
          </a:solidFill>
          <a:ln w="12700">
            <a:solidFill>
              <a:srgbClr val="071321">
                <a:alpha val="0"/>
              </a:srgbClr>
            </a:solidFill>
            <a:prstDash val="solid"/>
          </a:ln>
        </p:spPr>
      </p:sp>
      <p:sp>
        <p:nvSpPr>
          <p:cNvPr id="25" name="Shape 23"/>
          <p:cNvSpPr/>
          <p:nvPr/>
        </p:nvSpPr>
        <p:spPr>
          <a:xfrm>
            <a:off x="2302421" y="5490851"/>
            <a:ext cx="16515" cy="16515"/>
          </a:xfrm>
          <a:prstGeom prst="ellipse">
            <a:avLst/>
          </a:prstGeom>
          <a:solidFill>
            <a:srgbClr val="D3E2ED">
              <a:alpha val="30000"/>
            </a:srgbClr>
          </a:solidFill>
          <a:ln w="12700">
            <a:solidFill>
              <a:srgbClr val="071321">
                <a:alpha val="0"/>
              </a:srgbClr>
            </a:solidFill>
            <a:prstDash val="solid"/>
          </a:ln>
        </p:spPr>
      </p:sp>
      <p:sp>
        <p:nvSpPr>
          <p:cNvPr id="26" name="Shape 24"/>
          <p:cNvSpPr/>
          <p:nvPr/>
        </p:nvSpPr>
        <p:spPr>
          <a:xfrm>
            <a:off x="0" y="0"/>
            <a:ext cx="12192000" cy="6858000"/>
          </a:xfrm>
          <a:prstGeom prst="rect">
            <a:avLst/>
          </a:prstGeom>
          <a:solidFill>
            <a:srgbClr val="071321">
              <a:alpha val="89000"/>
            </a:srgbClr>
          </a:solidFill>
          <a:ln w="12700">
            <a:solidFill>
              <a:srgbClr val="071321">
                <a:alpha val="0"/>
              </a:srgbClr>
            </a:solidFill>
            <a:prstDash val="solid"/>
          </a:ln>
        </p:spPr>
      </p:sp>
      <p:sp>
        <p:nvSpPr>
          <p:cNvPr id="27" name="Text 25"/>
          <p:cNvSpPr/>
          <p:nvPr/>
        </p:nvSpPr>
        <p:spPr>
          <a:xfrm>
            <a:off x="612648" y="347472"/>
            <a:ext cx="10058400" cy="274320"/>
          </a:xfrm>
          <a:prstGeom prst="rect">
            <a:avLst/>
          </a:prstGeom>
          <a:noFill/>
          <a:ln/>
        </p:spPr>
        <p:txBody>
          <a:bodyPr wrap="square" lIns="0" tIns="0" rIns="0" bIns="0" rtlCol="0" anchor="ctr">
            <a:normAutofit/>
          </a:bodyPr>
          <a:lstStyle/>
          <a:p>
            <a:pPr marL="0" indent="0">
              <a:buNone/>
            </a:pPr>
            <a:r>
              <a:rPr lang="en-US" sz="950" b="1" kern="0" spc="220" dirty="0">
                <a:solidFill>
                  <a:srgbClr val="5DE4E2"/>
                </a:solidFill>
                <a:latin typeface="Inter" pitchFamily="34" charset="0"/>
                <a:ea typeface="Inter" pitchFamily="34" charset="-122"/>
                <a:cs typeface="Inter" pitchFamily="34" charset="-120"/>
              </a:rPr>
              <a:t>DSCC  /  MISSION FILE: ODYSSEY</a:t>
            </a:r>
            <a:endParaRPr lang="en-US" sz="950" dirty="0"/>
          </a:p>
        </p:txBody>
      </p:sp>
      <p:sp>
        <p:nvSpPr>
          <p:cNvPr id="28" name="Text 26"/>
          <p:cNvSpPr/>
          <p:nvPr/>
        </p:nvSpPr>
        <p:spPr>
          <a:xfrm>
            <a:off x="612648" y="832104"/>
            <a:ext cx="10972800" cy="612648"/>
          </a:xfrm>
          <a:prstGeom prst="rect">
            <a:avLst/>
          </a:prstGeom>
          <a:noFill/>
          <a:ln/>
        </p:spPr>
        <p:txBody>
          <a:bodyPr wrap="square" lIns="0" tIns="0" rIns="0" bIns="0" rtlCol="0" anchor="ctr">
            <a:normAutofit/>
          </a:bodyPr>
          <a:lstStyle/>
          <a:p>
            <a:pPr marL="0" indent="0">
              <a:buNone/>
            </a:pPr>
            <a:r>
              <a:rPr lang="en-US" sz="3000" b="1" dirty="0">
                <a:solidFill>
                  <a:srgbClr val="F0F8FC"/>
                </a:solidFill>
                <a:latin typeface="Inter Display" pitchFamily="34" charset="0"/>
                <a:ea typeface="Inter Display" pitchFamily="34" charset="-122"/>
                <a:cs typeface="Inter Display" pitchFamily="34" charset="-120"/>
              </a:rPr>
              <a:t>CHOOSE YOUR STARTER</a:t>
            </a:r>
            <a:endParaRPr lang="en-US" sz="3000" dirty="0"/>
          </a:p>
        </p:txBody>
      </p:sp>
      <p:sp>
        <p:nvSpPr>
          <p:cNvPr id="29" name="Text 27"/>
          <p:cNvSpPr/>
          <p:nvPr/>
        </p:nvSpPr>
        <p:spPr>
          <a:xfrm>
            <a:off x="640080" y="1481328"/>
            <a:ext cx="10789920" cy="347472"/>
          </a:xfrm>
          <a:prstGeom prst="rect">
            <a:avLst/>
          </a:prstGeom>
          <a:noFill/>
          <a:ln/>
        </p:spPr>
        <p:txBody>
          <a:bodyPr wrap="square" lIns="0" tIns="0" rIns="0" bIns="0" rtlCol="0" anchor="ctr">
            <a:normAutofit/>
          </a:bodyPr>
          <a:lstStyle/>
          <a:p>
            <a:pPr marL="0" indent="0">
              <a:buNone/>
            </a:pPr>
            <a:r>
              <a:rPr lang="en-US" sz="1500" dirty="0">
                <a:solidFill>
                  <a:srgbClr val="B0C6D1"/>
                </a:solidFill>
                <a:latin typeface="Inter" pitchFamily="34" charset="0"/>
                <a:ea typeface="Inter" pitchFamily="34" charset="-122"/>
                <a:cs typeface="Inter" pitchFamily="34" charset="-120"/>
              </a:rPr>
              <a:t>Each language folder is self-contained and includes data/act1.txt.</a:t>
            </a:r>
            <a:endParaRPr lang="en-US" sz="1500" dirty="0"/>
          </a:p>
        </p:txBody>
      </p:sp>
      <p:sp>
        <p:nvSpPr>
          <p:cNvPr id="30" name="Shape 28"/>
          <p:cNvSpPr/>
          <p:nvPr/>
        </p:nvSpPr>
        <p:spPr>
          <a:xfrm>
            <a:off x="612648" y="1865376"/>
            <a:ext cx="10972800" cy="914"/>
          </a:xfrm>
          <a:prstGeom prst="line">
            <a:avLst/>
          </a:prstGeom>
          <a:noFill/>
          <a:ln w="12700">
            <a:solidFill>
              <a:srgbClr val="28506A"/>
            </a:solidFill>
            <a:prstDash val="solid"/>
          </a:ln>
        </p:spPr>
      </p:sp>
      <p:sp>
        <p:nvSpPr>
          <p:cNvPr id="31" name="Shape 29"/>
          <p:cNvSpPr/>
          <p:nvPr/>
        </p:nvSpPr>
        <p:spPr>
          <a:xfrm>
            <a:off x="612648" y="6510528"/>
            <a:ext cx="10972800" cy="914"/>
          </a:xfrm>
          <a:prstGeom prst="line">
            <a:avLst/>
          </a:prstGeom>
          <a:noFill/>
          <a:ln w="10160">
            <a:solidFill>
              <a:srgbClr val="28506A"/>
            </a:solidFill>
            <a:prstDash val="solid"/>
          </a:ln>
        </p:spPr>
      </p:sp>
      <p:sp>
        <p:nvSpPr>
          <p:cNvPr id="32" name="Text 30"/>
          <p:cNvSpPr/>
          <p:nvPr/>
        </p:nvSpPr>
        <p:spPr>
          <a:xfrm>
            <a:off x="630936" y="6556248"/>
            <a:ext cx="7315200" cy="173736"/>
          </a:xfrm>
          <a:prstGeom prst="rect">
            <a:avLst/>
          </a:prstGeom>
          <a:noFill/>
          <a:ln/>
        </p:spPr>
        <p:txBody>
          <a:bodyPr wrap="square" lIns="0" tIns="0" rIns="0" bIns="0" rtlCol="0" anchor="ctr">
            <a:normAutofit/>
          </a:bodyPr>
          <a:lstStyle/>
          <a:p>
            <a:pPr marL="0" indent="0">
              <a:buNone/>
            </a:pPr>
            <a:r>
              <a:rPr lang="en-US" sz="800" b="1" kern="0" spc="150" dirty="0">
                <a:solidFill>
                  <a:srgbClr val="7F9FB0"/>
                </a:solidFill>
                <a:latin typeface="Inter" pitchFamily="34" charset="0"/>
                <a:ea typeface="Inter" pitchFamily="34" charset="-122"/>
                <a:cs typeface="Inter" pitchFamily="34" charset="-120"/>
              </a:rPr>
              <a:t>C3  //  THE LAST TRANSMISSION  //  ACT I</a:t>
            </a:r>
            <a:endParaRPr lang="en-US" sz="800" dirty="0"/>
          </a:p>
        </p:txBody>
      </p:sp>
      <p:sp>
        <p:nvSpPr>
          <p:cNvPr id="33" name="Text 31"/>
          <p:cNvSpPr/>
          <p:nvPr/>
        </p:nvSpPr>
        <p:spPr>
          <a:xfrm>
            <a:off x="10972800" y="6556248"/>
            <a:ext cx="530352" cy="173736"/>
          </a:xfrm>
          <a:prstGeom prst="rect">
            <a:avLst/>
          </a:prstGeom>
          <a:noFill/>
          <a:ln/>
        </p:spPr>
        <p:txBody>
          <a:bodyPr wrap="square" lIns="0" tIns="0" rIns="0" bIns="0" rtlCol="0" anchor="ctr">
            <a:normAutofit/>
          </a:bodyPr>
          <a:lstStyle/>
          <a:p>
            <a:pPr marL="0" indent="0" algn="r">
              <a:buNone/>
            </a:pPr>
            <a:r>
              <a:rPr lang="en-US" sz="800" b="1" dirty="0">
                <a:solidFill>
                  <a:srgbClr val="7F9FB0"/>
                </a:solidFill>
                <a:latin typeface="Inter" pitchFamily="34" charset="0"/>
                <a:ea typeface="Inter" pitchFamily="34" charset="-122"/>
                <a:cs typeface="Inter" pitchFamily="34" charset="-120"/>
              </a:rPr>
              <a:t>13</a:t>
            </a:r>
            <a:endParaRPr lang="en-US" sz="800" dirty="0"/>
          </a:p>
        </p:txBody>
      </p:sp>
      <p:sp>
        <p:nvSpPr>
          <p:cNvPr id="34" name="Shape 32"/>
          <p:cNvSpPr/>
          <p:nvPr/>
        </p:nvSpPr>
        <p:spPr>
          <a:xfrm>
            <a:off x="713232" y="1993392"/>
            <a:ext cx="3520440" cy="1636776"/>
          </a:xfrm>
          <a:prstGeom prst="roundRect">
            <a:avLst>
              <a:gd name="adj" fmla="val 4469"/>
            </a:avLst>
          </a:prstGeom>
          <a:solidFill>
            <a:srgbClr val="0B1C2D">
              <a:alpha val="95000"/>
            </a:srgbClr>
          </a:solidFill>
          <a:ln w="10160">
            <a:solidFill>
              <a:srgbClr val="5DE4E2">
                <a:alpha val="76000"/>
              </a:srgbClr>
            </a:solidFill>
            <a:prstDash val="solid"/>
          </a:ln>
        </p:spPr>
      </p:sp>
      <p:sp>
        <p:nvSpPr>
          <p:cNvPr id="35" name="Text 33"/>
          <p:cNvSpPr/>
          <p:nvPr/>
        </p:nvSpPr>
        <p:spPr>
          <a:xfrm>
            <a:off x="896112" y="2148840"/>
            <a:ext cx="2560320" cy="338328"/>
          </a:xfrm>
          <a:prstGeom prst="rect">
            <a:avLst/>
          </a:prstGeom>
          <a:noFill/>
          <a:ln/>
        </p:spPr>
        <p:txBody>
          <a:bodyPr wrap="square" lIns="0" tIns="0" rIns="0" bIns="0" rtlCol="0" anchor="ctr">
            <a:normAutofit/>
          </a:bodyPr>
          <a:lstStyle/>
          <a:p>
            <a:pPr marL="0" indent="0">
              <a:buNone/>
            </a:pPr>
            <a:r>
              <a:rPr lang="en-US" sz="2000" b="1" dirty="0">
                <a:solidFill>
                  <a:srgbClr val="F0F8FC"/>
                </a:solidFill>
                <a:latin typeface="Inter" pitchFamily="34" charset="0"/>
                <a:ea typeface="Inter" pitchFamily="34" charset="-122"/>
                <a:cs typeface="Inter" pitchFamily="34" charset="-120"/>
              </a:rPr>
              <a:t>C#</a:t>
            </a:r>
            <a:endParaRPr lang="en-US" sz="2000" dirty="0"/>
          </a:p>
        </p:txBody>
      </p:sp>
      <p:sp>
        <p:nvSpPr>
          <p:cNvPr id="36" name="Text 34"/>
          <p:cNvSpPr/>
          <p:nvPr/>
        </p:nvSpPr>
        <p:spPr>
          <a:xfrm>
            <a:off x="2798064" y="2185416"/>
            <a:ext cx="1225296" cy="246888"/>
          </a:xfrm>
          <a:prstGeom prst="rect">
            <a:avLst/>
          </a:prstGeom>
          <a:noFill/>
          <a:ln/>
        </p:spPr>
        <p:txBody>
          <a:bodyPr wrap="square" lIns="0" tIns="0" rIns="0" bIns="0" rtlCol="0" anchor="ctr">
            <a:normAutofit/>
          </a:bodyPr>
          <a:lstStyle/>
          <a:p>
            <a:pPr marL="0" indent="0" algn="r">
              <a:buNone/>
            </a:pPr>
            <a:r>
              <a:rPr lang="en-US" sz="1100" dirty="0">
                <a:solidFill>
                  <a:srgbClr val="5DE4E2"/>
                </a:solidFill>
                <a:latin typeface="DejaVu Sans Mono" pitchFamily="34" charset="0"/>
                <a:ea typeface="DejaVu Sans Mono" pitchFamily="34" charset="-122"/>
                <a:cs typeface="DejaVu Sans Mono" pitchFamily="34" charset="-120"/>
              </a:rPr>
              <a:t>csharp/</a:t>
            </a:r>
            <a:endParaRPr lang="en-US" sz="1100" dirty="0"/>
          </a:p>
        </p:txBody>
      </p:sp>
      <p:sp>
        <p:nvSpPr>
          <p:cNvPr id="37" name="Text 35"/>
          <p:cNvSpPr/>
          <p:nvPr/>
        </p:nvSpPr>
        <p:spPr>
          <a:xfrm>
            <a:off x="896112" y="2532888"/>
            <a:ext cx="3145536" cy="237744"/>
          </a:xfrm>
          <a:prstGeom prst="rect">
            <a:avLst/>
          </a:prstGeom>
          <a:noFill/>
          <a:ln/>
        </p:spPr>
        <p:txBody>
          <a:bodyPr wrap="square" lIns="0" tIns="0" rIns="0" bIns="0" rtlCol="0" anchor="ctr">
            <a:normAutofit/>
          </a:bodyPr>
          <a:lstStyle/>
          <a:p>
            <a:pPr marL="0" indent="0">
              <a:buNone/>
            </a:pPr>
            <a:r>
              <a:rPr lang="en-US" sz="1100" dirty="0">
                <a:solidFill>
                  <a:srgbClr val="B0C6D1"/>
                </a:solidFill>
                <a:latin typeface="Inter" pitchFamily="34" charset="0"/>
                <a:ea typeface="Inter" pitchFamily="34" charset="-122"/>
                <a:cs typeface="Inter" pitchFamily="34" charset="-120"/>
              </a:rPr>
              <a:t>NUnit</a:t>
            </a:r>
            <a:endParaRPr lang="en-US" sz="1100" dirty="0"/>
          </a:p>
        </p:txBody>
      </p:sp>
      <p:sp>
        <p:nvSpPr>
          <p:cNvPr id="38" name="Text 36"/>
          <p:cNvSpPr/>
          <p:nvPr/>
        </p:nvSpPr>
        <p:spPr>
          <a:xfrm>
            <a:off x="896112" y="2898648"/>
            <a:ext cx="3172968" cy="630936"/>
          </a:xfrm>
          <a:prstGeom prst="rect">
            <a:avLst/>
          </a:prstGeom>
          <a:noFill/>
          <a:ln/>
        </p:spPr>
        <p:txBody>
          <a:bodyPr wrap="square" lIns="0" tIns="0" rIns="0" bIns="0" rtlCol="0" anchor="ctr">
            <a:normAutofit/>
          </a:bodyPr>
          <a:lstStyle/>
          <a:p>
            <a:pPr marL="0" indent="0">
              <a:buNone/>
            </a:pPr>
            <a:r>
              <a:rPr lang="en-US" sz="1400" dirty="0">
                <a:solidFill>
                  <a:srgbClr val="FFC26E"/>
                </a:solidFill>
                <a:latin typeface="DejaVu Sans Mono" pitchFamily="34" charset="0"/>
                <a:ea typeface="DejaVu Sans Mono" pitchFamily="34" charset="-122"/>
                <a:cs typeface="DejaVu Sans Mono" pitchFamily="34" charset="-120"/>
              </a:rPr>
              <a:t>dotnet test</a:t>
            </a:r>
            <a:endParaRPr lang="en-US" sz="1400" dirty="0"/>
          </a:p>
        </p:txBody>
      </p:sp>
      <p:sp>
        <p:nvSpPr>
          <p:cNvPr id="39" name="Shape 37"/>
          <p:cNvSpPr/>
          <p:nvPr/>
        </p:nvSpPr>
        <p:spPr>
          <a:xfrm>
            <a:off x="4544568" y="1993392"/>
            <a:ext cx="3520440" cy="1636776"/>
          </a:xfrm>
          <a:prstGeom prst="roundRect">
            <a:avLst>
              <a:gd name="adj" fmla="val 4469"/>
            </a:avLst>
          </a:prstGeom>
          <a:solidFill>
            <a:srgbClr val="0B1C2D">
              <a:alpha val="95000"/>
            </a:srgbClr>
          </a:solidFill>
          <a:ln w="10160">
            <a:solidFill>
              <a:srgbClr val="FFC26E">
                <a:alpha val="76000"/>
              </a:srgbClr>
            </a:solidFill>
            <a:prstDash val="solid"/>
          </a:ln>
        </p:spPr>
      </p:sp>
      <p:sp>
        <p:nvSpPr>
          <p:cNvPr id="40" name="Text 38"/>
          <p:cNvSpPr/>
          <p:nvPr/>
        </p:nvSpPr>
        <p:spPr>
          <a:xfrm>
            <a:off x="4727448" y="2148840"/>
            <a:ext cx="2560320" cy="338328"/>
          </a:xfrm>
          <a:prstGeom prst="rect">
            <a:avLst/>
          </a:prstGeom>
          <a:noFill/>
          <a:ln/>
        </p:spPr>
        <p:txBody>
          <a:bodyPr wrap="square" lIns="0" tIns="0" rIns="0" bIns="0" rtlCol="0" anchor="ctr">
            <a:normAutofit/>
          </a:bodyPr>
          <a:lstStyle/>
          <a:p>
            <a:pPr marL="0" indent="0">
              <a:buNone/>
            </a:pPr>
            <a:r>
              <a:rPr lang="en-US" sz="2000" b="1" dirty="0">
                <a:solidFill>
                  <a:srgbClr val="F0F8FC"/>
                </a:solidFill>
                <a:latin typeface="Inter" pitchFamily="34" charset="0"/>
                <a:ea typeface="Inter" pitchFamily="34" charset="-122"/>
                <a:cs typeface="Inter" pitchFamily="34" charset="-120"/>
              </a:rPr>
              <a:t>Java</a:t>
            </a:r>
            <a:endParaRPr lang="en-US" sz="2000" dirty="0"/>
          </a:p>
        </p:txBody>
      </p:sp>
      <p:sp>
        <p:nvSpPr>
          <p:cNvPr id="41" name="Text 39"/>
          <p:cNvSpPr/>
          <p:nvPr/>
        </p:nvSpPr>
        <p:spPr>
          <a:xfrm>
            <a:off x="6629400" y="2185416"/>
            <a:ext cx="1225296" cy="246888"/>
          </a:xfrm>
          <a:prstGeom prst="rect">
            <a:avLst/>
          </a:prstGeom>
          <a:noFill/>
          <a:ln/>
        </p:spPr>
        <p:txBody>
          <a:bodyPr wrap="square" lIns="0" tIns="0" rIns="0" bIns="0" rtlCol="0" anchor="ctr">
            <a:normAutofit/>
          </a:bodyPr>
          <a:lstStyle/>
          <a:p>
            <a:pPr marL="0" indent="0" algn="r">
              <a:buNone/>
            </a:pPr>
            <a:r>
              <a:rPr lang="en-US" sz="1100" dirty="0">
                <a:solidFill>
                  <a:srgbClr val="5DE4E2"/>
                </a:solidFill>
                <a:latin typeface="DejaVu Sans Mono" pitchFamily="34" charset="0"/>
                <a:ea typeface="DejaVu Sans Mono" pitchFamily="34" charset="-122"/>
                <a:cs typeface="DejaVu Sans Mono" pitchFamily="34" charset="-120"/>
              </a:rPr>
              <a:t>java/</a:t>
            </a:r>
            <a:endParaRPr lang="en-US" sz="1100" dirty="0"/>
          </a:p>
        </p:txBody>
      </p:sp>
      <p:sp>
        <p:nvSpPr>
          <p:cNvPr id="42" name="Text 40"/>
          <p:cNvSpPr/>
          <p:nvPr/>
        </p:nvSpPr>
        <p:spPr>
          <a:xfrm>
            <a:off x="4727448" y="2532888"/>
            <a:ext cx="3145536" cy="237744"/>
          </a:xfrm>
          <a:prstGeom prst="rect">
            <a:avLst/>
          </a:prstGeom>
          <a:noFill/>
          <a:ln/>
        </p:spPr>
        <p:txBody>
          <a:bodyPr wrap="square" lIns="0" tIns="0" rIns="0" bIns="0" rtlCol="0" anchor="ctr">
            <a:normAutofit/>
          </a:bodyPr>
          <a:lstStyle/>
          <a:p>
            <a:pPr marL="0" indent="0">
              <a:buNone/>
            </a:pPr>
            <a:r>
              <a:rPr lang="en-US" sz="1100" dirty="0">
                <a:solidFill>
                  <a:srgbClr val="B0C6D1"/>
                </a:solidFill>
                <a:latin typeface="Inter" pitchFamily="34" charset="0"/>
                <a:ea typeface="Inter" pitchFamily="34" charset="-122"/>
                <a:cs typeface="Inter" pitchFamily="34" charset="-120"/>
              </a:rPr>
              <a:t>JUnit 5</a:t>
            </a:r>
            <a:endParaRPr lang="en-US" sz="1100" dirty="0"/>
          </a:p>
        </p:txBody>
      </p:sp>
      <p:sp>
        <p:nvSpPr>
          <p:cNvPr id="43" name="Text 41"/>
          <p:cNvSpPr/>
          <p:nvPr/>
        </p:nvSpPr>
        <p:spPr>
          <a:xfrm>
            <a:off x="4727448" y="2898648"/>
            <a:ext cx="3172968" cy="630936"/>
          </a:xfrm>
          <a:prstGeom prst="rect">
            <a:avLst/>
          </a:prstGeom>
          <a:noFill/>
          <a:ln/>
        </p:spPr>
        <p:txBody>
          <a:bodyPr wrap="square" lIns="0" tIns="0" rIns="0" bIns="0" rtlCol="0" anchor="ctr">
            <a:normAutofit/>
          </a:bodyPr>
          <a:lstStyle/>
          <a:p>
            <a:pPr marL="0" indent="0">
              <a:buNone/>
            </a:pPr>
            <a:r>
              <a:rPr lang="en-US" sz="1400" dirty="0">
                <a:solidFill>
                  <a:srgbClr val="FFC26E"/>
                </a:solidFill>
                <a:latin typeface="DejaVu Sans Mono" pitchFamily="34" charset="0"/>
                <a:ea typeface="DejaVu Sans Mono" pitchFamily="34" charset="-122"/>
                <a:cs typeface="DejaVu Sans Mono" pitchFamily="34" charset="-120"/>
              </a:rPr>
              <a:t>./gradlew test</a:t>
            </a:r>
            <a:endParaRPr lang="en-US" sz="1400" dirty="0"/>
          </a:p>
        </p:txBody>
      </p:sp>
      <p:sp>
        <p:nvSpPr>
          <p:cNvPr id="44" name="Shape 42"/>
          <p:cNvSpPr/>
          <p:nvPr/>
        </p:nvSpPr>
        <p:spPr>
          <a:xfrm>
            <a:off x="8375904" y="1993392"/>
            <a:ext cx="3520440" cy="1636776"/>
          </a:xfrm>
          <a:prstGeom prst="roundRect">
            <a:avLst>
              <a:gd name="adj" fmla="val 4469"/>
            </a:avLst>
          </a:prstGeom>
          <a:solidFill>
            <a:srgbClr val="0B1C2D">
              <a:alpha val="95000"/>
            </a:srgbClr>
          </a:solidFill>
          <a:ln w="10160">
            <a:solidFill>
              <a:srgbClr val="5DE4E2">
                <a:alpha val="76000"/>
              </a:srgbClr>
            </a:solidFill>
            <a:prstDash val="solid"/>
          </a:ln>
        </p:spPr>
      </p:sp>
      <p:sp>
        <p:nvSpPr>
          <p:cNvPr id="45" name="Text 43"/>
          <p:cNvSpPr/>
          <p:nvPr/>
        </p:nvSpPr>
        <p:spPr>
          <a:xfrm>
            <a:off x="8558784" y="2148840"/>
            <a:ext cx="2560320" cy="338328"/>
          </a:xfrm>
          <a:prstGeom prst="rect">
            <a:avLst/>
          </a:prstGeom>
          <a:noFill/>
          <a:ln/>
        </p:spPr>
        <p:txBody>
          <a:bodyPr wrap="square" lIns="0" tIns="0" rIns="0" bIns="0" rtlCol="0" anchor="ctr">
            <a:normAutofit/>
          </a:bodyPr>
          <a:lstStyle/>
          <a:p>
            <a:pPr marL="0" indent="0">
              <a:buNone/>
            </a:pPr>
            <a:r>
              <a:rPr lang="en-US" sz="2000" b="1" dirty="0">
                <a:solidFill>
                  <a:srgbClr val="F0F8FC"/>
                </a:solidFill>
                <a:latin typeface="Inter" pitchFamily="34" charset="0"/>
                <a:ea typeface="Inter" pitchFamily="34" charset="-122"/>
                <a:cs typeface="Inter" pitchFamily="34" charset="-120"/>
              </a:rPr>
              <a:t>JavaScript</a:t>
            </a:r>
            <a:endParaRPr lang="en-US" sz="2000" dirty="0"/>
          </a:p>
        </p:txBody>
      </p:sp>
      <p:sp>
        <p:nvSpPr>
          <p:cNvPr id="46" name="Text 44"/>
          <p:cNvSpPr/>
          <p:nvPr/>
        </p:nvSpPr>
        <p:spPr>
          <a:xfrm>
            <a:off x="10460736" y="2185416"/>
            <a:ext cx="1225296" cy="246888"/>
          </a:xfrm>
          <a:prstGeom prst="rect">
            <a:avLst/>
          </a:prstGeom>
          <a:noFill/>
          <a:ln/>
        </p:spPr>
        <p:txBody>
          <a:bodyPr wrap="square" lIns="0" tIns="0" rIns="0" bIns="0" rtlCol="0" anchor="ctr">
            <a:normAutofit/>
          </a:bodyPr>
          <a:lstStyle/>
          <a:p>
            <a:pPr marL="0" indent="0" algn="r">
              <a:buNone/>
            </a:pPr>
            <a:r>
              <a:rPr lang="en-US" sz="1100" dirty="0">
                <a:solidFill>
                  <a:srgbClr val="5DE4E2"/>
                </a:solidFill>
                <a:latin typeface="DejaVu Sans Mono" pitchFamily="34" charset="0"/>
                <a:ea typeface="DejaVu Sans Mono" pitchFamily="34" charset="-122"/>
                <a:cs typeface="DejaVu Sans Mono" pitchFamily="34" charset="-120"/>
              </a:rPr>
              <a:t>javascript/</a:t>
            </a:r>
            <a:endParaRPr lang="en-US" sz="1100" dirty="0"/>
          </a:p>
        </p:txBody>
      </p:sp>
      <p:sp>
        <p:nvSpPr>
          <p:cNvPr id="47" name="Text 45"/>
          <p:cNvSpPr/>
          <p:nvPr/>
        </p:nvSpPr>
        <p:spPr>
          <a:xfrm>
            <a:off x="8558784" y="2532888"/>
            <a:ext cx="3145536" cy="237744"/>
          </a:xfrm>
          <a:prstGeom prst="rect">
            <a:avLst/>
          </a:prstGeom>
          <a:noFill/>
          <a:ln/>
        </p:spPr>
        <p:txBody>
          <a:bodyPr wrap="square" lIns="0" tIns="0" rIns="0" bIns="0" rtlCol="0" anchor="ctr">
            <a:normAutofit/>
          </a:bodyPr>
          <a:lstStyle/>
          <a:p>
            <a:pPr marL="0" indent="0">
              <a:buNone/>
            </a:pPr>
            <a:r>
              <a:rPr lang="en-US" sz="1100" dirty="0">
                <a:solidFill>
                  <a:srgbClr val="B0C6D1"/>
                </a:solidFill>
                <a:latin typeface="Inter" pitchFamily="34" charset="0"/>
                <a:ea typeface="Inter" pitchFamily="34" charset="-122"/>
                <a:cs typeface="Inter" pitchFamily="34" charset="-120"/>
              </a:rPr>
              <a:t>Vitest</a:t>
            </a:r>
            <a:endParaRPr lang="en-US" sz="1100" dirty="0"/>
          </a:p>
        </p:txBody>
      </p:sp>
      <p:sp>
        <p:nvSpPr>
          <p:cNvPr id="48" name="Text 46"/>
          <p:cNvSpPr/>
          <p:nvPr/>
        </p:nvSpPr>
        <p:spPr>
          <a:xfrm>
            <a:off x="8558784" y="2898648"/>
            <a:ext cx="3172968" cy="630936"/>
          </a:xfrm>
          <a:prstGeom prst="rect">
            <a:avLst/>
          </a:prstGeom>
          <a:noFill/>
          <a:ln/>
        </p:spPr>
        <p:txBody>
          <a:bodyPr wrap="square" lIns="0" tIns="0" rIns="0" bIns="0" rtlCol="0" anchor="ctr">
            <a:normAutofit/>
          </a:bodyPr>
          <a:lstStyle/>
          <a:p>
            <a:pPr marL="0" indent="0">
              <a:buNone/>
            </a:pPr>
            <a:r>
              <a:rPr lang="en-US" sz="1400" dirty="0">
                <a:solidFill>
                  <a:srgbClr val="FFC26E"/>
                </a:solidFill>
                <a:latin typeface="DejaVu Sans Mono" pitchFamily="34" charset="0"/>
                <a:ea typeface="DejaVu Sans Mono" pitchFamily="34" charset="-122"/>
                <a:cs typeface="DejaVu Sans Mono" pitchFamily="34" charset="-120"/>
              </a:rPr>
              <a:t>npm install</a:t>
            </a:r>
            <a:endParaRPr lang="en-US" sz="1400" dirty="0"/>
          </a:p>
          <a:p>
            <a:pPr marL="0" indent="0">
              <a:buNone/>
            </a:pPr>
            <a:r>
              <a:rPr lang="en-US" sz="1400" dirty="0">
                <a:solidFill>
                  <a:srgbClr val="FFC26E"/>
                </a:solidFill>
                <a:latin typeface="DejaVu Sans Mono" pitchFamily="34" charset="0"/>
                <a:ea typeface="DejaVu Sans Mono" pitchFamily="34" charset="-122"/>
                <a:cs typeface="DejaVu Sans Mono" pitchFamily="34" charset="-120"/>
              </a:rPr>
              <a:t>npm test</a:t>
            </a:r>
            <a:endParaRPr lang="en-US" sz="1400" dirty="0"/>
          </a:p>
        </p:txBody>
      </p:sp>
      <p:sp>
        <p:nvSpPr>
          <p:cNvPr id="49" name="Shape 47"/>
          <p:cNvSpPr/>
          <p:nvPr/>
        </p:nvSpPr>
        <p:spPr>
          <a:xfrm>
            <a:off x="713232" y="3877056"/>
            <a:ext cx="3520440" cy="1636776"/>
          </a:xfrm>
          <a:prstGeom prst="roundRect">
            <a:avLst>
              <a:gd name="adj" fmla="val 4469"/>
            </a:avLst>
          </a:prstGeom>
          <a:solidFill>
            <a:srgbClr val="0B1C2D">
              <a:alpha val="95000"/>
            </a:srgbClr>
          </a:solidFill>
          <a:ln w="10160">
            <a:solidFill>
              <a:srgbClr val="5DE4E2">
                <a:alpha val="76000"/>
              </a:srgbClr>
            </a:solidFill>
            <a:prstDash val="solid"/>
          </a:ln>
        </p:spPr>
      </p:sp>
      <p:sp>
        <p:nvSpPr>
          <p:cNvPr id="50" name="Text 48"/>
          <p:cNvSpPr/>
          <p:nvPr/>
        </p:nvSpPr>
        <p:spPr>
          <a:xfrm>
            <a:off x="896112" y="4032504"/>
            <a:ext cx="2560320" cy="338328"/>
          </a:xfrm>
          <a:prstGeom prst="rect">
            <a:avLst/>
          </a:prstGeom>
          <a:noFill/>
          <a:ln/>
        </p:spPr>
        <p:txBody>
          <a:bodyPr wrap="square" lIns="0" tIns="0" rIns="0" bIns="0" rtlCol="0" anchor="ctr">
            <a:normAutofit/>
          </a:bodyPr>
          <a:lstStyle/>
          <a:p>
            <a:pPr marL="0" indent="0">
              <a:buNone/>
            </a:pPr>
            <a:r>
              <a:rPr lang="en-US" sz="2000" b="1" dirty="0">
                <a:solidFill>
                  <a:srgbClr val="F0F8FC"/>
                </a:solidFill>
                <a:latin typeface="Inter" pitchFamily="34" charset="0"/>
                <a:ea typeface="Inter" pitchFamily="34" charset="-122"/>
                <a:cs typeface="Inter" pitchFamily="34" charset="-120"/>
              </a:rPr>
              <a:t>Kotlin</a:t>
            </a:r>
            <a:endParaRPr lang="en-US" sz="2000" dirty="0"/>
          </a:p>
        </p:txBody>
      </p:sp>
      <p:sp>
        <p:nvSpPr>
          <p:cNvPr id="51" name="Text 49"/>
          <p:cNvSpPr/>
          <p:nvPr/>
        </p:nvSpPr>
        <p:spPr>
          <a:xfrm>
            <a:off x="2798064" y="4069080"/>
            <a:ext cx="1225296" cy="246888"/>
          </a:xfrm>
          <a:prstGeom prst="rect">
            <a:avLst/>
          </a:prstGeom>
          <a:noFill/>
          <a:ln/>
        </p:spPr>
        <p:txBody>
          <a:bodyPr wrap="square" lIns="0" tIns="0" rIns="0" bIns="0" rtlCol="0" anchor="ctr">
            <a:normAutofit/>
          </a:bodyPr>
          <a:lstStyle/>
          <a:p>
            <a:pPr marL="0" indent="0" algn="r">
              <a:buNone/>
            </a:pPr>
            <a:r>
              <a:rPr lang="en-US" sz="1100" dirty="0">
                <a:solidFill>
                  <a:srgbClr val="5DE4E2"/>
                </a:solidFill>
                <a:latin typeface="DejaVu Sans Mono" pitchFamily="34" charset="0"/>
                <a:ea typeface="DejaVu Sans Mono" pitchFamily="34" charset="-122"/>
                <a:cs typeface="DejaVu Sans Mono" pitchFamily="34" charset="-120"/>
              </a:rPr>
              <a:t>kotlin/</a:t>
            </a:r>
            <a:endParaRPr lang="en-US" sz="1100" dirty="0"/>
          </a:p>
        </p:txBody>
      </p:sp>
      <p:sp>
        <p:nvSpPr>
          <p:cNvPr id="52" name="Text 50"/>
          <p:cNvSpPr/>
          <p:nvPr/>
        </p:nvSpPr>
        <p:spPr>
          <a:xfrm>
            <a:off x="896112" y="4416552"/>
            <a:ext cx="3145536" cy="237744"/>
          </a:xfrm>
          <a:prstGeom prst="rect">
            <a:avLst/>
          </a:prstGeom>
          <a:noFill/>
          <a:ln/>
        </p:spPr>
        <p:txBody>
          <a:bodyPr wrap="square" lIns="0" tIns="0" rIns="0" bIns="0" rtlCol="0" anchor="ctr">
            <a:normAutofit/>
          </a:bodyPr>
          <a:lstStyle/>
          <a:p>
            <a:pPr marL="0" indent="0">
              <a:buNone/>
            </a:pPr>
            <a:r>
              <a:rPr lang="en-US" sz="1100" dirty="0">
                <a:solidFill>
                  <a:srgbClr val="B0C6D1"/>
                </a:solidFill>
                <a:latin typeface="Inter" pitchFamily="34" charset="0"/>
                <a:ea typeface="Inter" pitchFamily="34" charset="-122"/>
                <a:cs typeface="Inter" pitchFamily="34" charset="-120"/>
              </a:rPr>
              <a:t>kotlin.test / JUnit 5</a:t>
            </a:r>
            <a:endParaRPr lang="en-US" sz="1100" dirty="0"/>
          </a:p>
        </p:txBody>
      </p:sp>
      <p:sp>
        <p:nvSpPr>
          <p:cNvPr id="53" name="Text 51"/>
          <p:cNvSpPr/>
          <p:nvPr/>
        </p:nvSpPr>
        <p:spPr>
          <a:xfrm>
            <a:off x="896112" y="4782312"/>
            <a:ext cx="3172968" cy="630936"/>
          </a:xfrm>
          <a:prstGeom prst="rect">
            <a:avLst/>
          </a:prstGeom>
          <a:noFill/>
          <a:ln/>
        </p:spPr>
        <p:txBody>
          <a:bodyPr wrap="square" lIns="0" tIns="0" rIns="0" bIns="0" rtlCol="0" anchor="ctr">
            <a:normAutofit/>
          </a:bodyPr>
          <a:lstStyle/>
          <a:p>
            <a:pPr marL="0" indent="0">
              <a:buNone/>
            </a:pPr>
            <a:r>
              <a:rPr lang="en-US" sz="1400" dirty="0">
                <a:solidFill>
                  <a:srgbClr val="FFC26E"/>
                </a:solidFill>
                <a:latin typeface="DejaVu Sans Mono" pitchFamily="34" charset="0"/>
                <a:ea typeface="DejaVu Sans Mono" pitchFamily="34" charset="-122"/>
                <a:cs typeface="DejaVu Sans Mono" pitchFamily="34" charset="-120"/>
              </a:rPr>
              <a:t>./gradlew test</a:t>
            </a:r>
            <a:endParaRPr lang="en-US" sz="1400" dirty="0"/>
          </a:p>
        </p:txBody>
      </p:sp>
      <p:sp>
        <p:nvSpPr>
          <p:cNvPr id="54" name="Shape 52"/>
          <p:cNvSpPr/>
          <p:nvPr/>
        </p:nvSpPr>
        <p:spPr>
          <a:xfrm>
            <a:off x="4544568" y="3877056"/>
            <a:ext cx="3520440" cy="1636776"/>
          </a:xfrm>
          <a:prstGeom prst="roundRect">
            <a:avLst>
              <a:gd name="adj" fmla="val 4469"/>
            </a:avLst>
          </a:prstGeom>
          <a:solidFill>
            <a:srgbClr val="0B1C2D">
              <a:alpha val="95000"/>
            </a:srgbClr>
          </a:solidFill>
          <a:ln w="10160">
            <a:solidFill>
              <a:srgbClr val="FFC26E">
                <a:alpha val="76000"/>
              </a:srgbClr>
            </a:solidFill>
            <a:prstDash val="solid"/>
          </a:ln>
        </p:spPr>
      </p:sp>
      <p:sp>
        <p:nvSpPr>
          <p:cNvPr id="55" name="Text 53"/>
          <p:cNvSpPr/>
          <p:nvPr/>
        </p:nvSpPr>
        <p:spPr>
          <a:xfrm>
            <a:off x="4727448" y="4032504"/>
            <a:ext cx="2560320" cy="338328"/>
          </a:xfrm>
          <a:prstGeom prst="rect">
            <a:avLst/>
          </a:prstGeom>
          <a:noFill/>
          <a:ln/>
        </p:spPr>
        <p:txBody>
          <a:bodyPr wrap="square" lIns="0" tIns="0" rIns="0" bIns="0" rtlCol="0" anchor="ctr">
            <a:normAutofit/>
          </a:bodyPr>
          <a:lstStyle/>
          <a:p>
            <a:pPr marL="0" indent="0">
              <a:buNone/>
            </a:pPr>
            <a:r>
              <a:rPr lang="en-US" sz="2000" b="1" dirty="0">
                <a:solidFill>
                  <a:srgbClr val="F0F8FC"/>
                </a:solidFill>
                <a:latin typeface="Inter" pitchFamily="34" charset="0"/>
                <a:ea typeface="Inter" pitchFamily="34" charset="-122"/>
                <a:cs typeface="Inter" pitchFamily="34" charset="-120"/>
              </a:rPr>
              <a:t>Python</a:t>
            </a:r>
            <a:endParaRPr lang="en-US" sz="2000" dirty="0"/>
          </a:p>
        </p:txBody>
      </p:sp>
      <p:sp>
        <p:nvSpPr>
          <p:cNvPr id="56" name="Text 54"/>
          <p:cNvSpPr/>
          <p:nvPr/>
        </p:nvSpPr>
        <p:spPr>
          <a:xfrm>
            <a:off x="6629400" y="4069080"/>
            <a:ext cx="1225296" cy="246888"/>
          </a:xfrm>
          <a:prstGeom prst="rect">
            <a:avLst/>
          </a:prstGeom>
          <a:noFill/>
          <a:ln/>
        </p:spPr>
        <p:txBody>
          <a:bodyPr wrap="square" lIns="0" tIns="0" rIns="0" bIns="0" rtlCol="0" anchor="ctr">
            <a:normAutofit/>
          </a:bodyPr>
          <a:lstStyle/>
          <a:p>
            <a:pPr marL="0" indent="0" algn="r">
              <a:buNone/>
            </a:pPr>
            <a:r>
              <a:rPr lang="en-US" sz="1100" dirty="0">
                <a:solidFill>
                  <a:srgbClr val="5DE4E2"/>
                </a:solidFill>
                <a:latin typeface="DejaVu Sans Mono" pitchFamily="34" charset="0"/>
                <a:ea typeface="DejaVu Sans Mono" pitchFamily="34" charset="-122"/>
                <a:cs typeface="DejaVu Sans Mono" pitchFamily="34" charset="-120"/>
              </a:rPr>
              <a:t>python/</a:t>
            </a:r>
            <a:endParaRPr lang="en-US" sz="1100" dirty="0"/>
          </a:p>
        </p:txBody>
      </p:sp>
      <p:sp>
        <p:nvSpPr>
          <p:cNvPr id="57" name="Text 55"/>
          <p:cNvSpPr/>
          <p:nvPr/>
        </p:nvSpPr>
        <p:spPr>
          <a:xfrm>
            <a:off x="4727448" y="4416552"/>
            <a:ext cx="3145536" cy="237744"/>
          </a:xfrm>
          <a:prstGeom prst="rect">
            <a:avLst/>
          </a:prstGeom>
          <a:noFill/>
          <a:ln/>
        </p:spPr>
        <p:txBody>
          <a:bodyPr wrap="square" lIns="0" tIns="0" rIns="0" bIns="0" rtlCol="0" anchor="ctr">
            <a:normAutofit/>
          </a:bodyPr>
          <a:lstStyle/>
          <a:p>
            <a:pPr marL="0" indent="0">
              <a:buNone/>
            </a:pPr>
            <a:r>
              <a:rPr lang="en-US" sz="1100" dirty="0">
                <a:solidFill>
                  <a:srgbClr val="B0C6D1"/>
                </a:solidFill>
                <a:latin typeface="Inter" pitchFamily="34" charset="0"/>
                <a:ea typeface="Inter" pitchFamily="34" charset="-122"/>
                <a:cs typeface="Inter" pitchFamily="34" charset="-120"/>
              </a:rPr>
              <a:t>pytest</a:t>
            </a:r>
            <a:endParaRPr lang="en-US" sz="1100" dirty="0"/>
          </a:p>
        </p:txBody>
      </p:sp>
      <p:sp>
        <p:nvSpPr>
          <p:cNvPr id="58" name="Text 56"/>
          <p:cNvSpPr/>
          <p:nvPr/>
        </p:nvSpPr>
        <p:spPr>
          <a:xfrm>
            <a:off x="4727448" y="4782312"/>
            <a:ext cx="3172968" cy="630936"/>
          </a:xfrm>
          <a:prstGeom prst="rect">
            <a:avLst/>
          </a:prstGeom>
          <a:noFill/>
          <a:ln/>
        </p:spPr>
        <p:txBody>
          <a:bodyPr wrap="square" lIns="0" tIns="0" rIns="0" bIns="0" rtlCol="0" anchor="ctr">
            <a:normAutofit/>
          </a:bodyPr>
          <a:lstStyle/>
          <a:p>
            <a:pPr marL="0" indent="0">
              <a:buNone/>
            </a:pPr>
            <a:r>
              <a:rPr lang="en-US" sz="1190" dirty="0">
                <a:solidFill>
                  <a:srgbClr val="FFC26E"/>
                </a:solidFill>
                <a:latin typeface="DejaVu Sans Mono" pitchFamily="34" charset="0"/>
                <a:ea typeface="DejaVu Sans Mono" pitchFamily="34" charset="-122"/>
                <a:cs typeface="DejaVu Sans Mono" pitchFamily="34" charset="-120"/>
              </a:rPr>
              <a:t>pip install -r requirements.txt</a:t>
            </a:r>
            <a:endParaRPr lang="en-US" sz="1190" dirty="0"/>
          </a:p>
          <a:p>
            <a:pPr marL="0" indent="0">
              <a:buNone/>
            </a:pPr>
            <a:r>
              <a:rPr lang="en-US" sz="1190" dirty="0">
                <a:solidFill>
                  <a:srgbClr val="FFC26E"/>
                </a:solidFill>
                <a:latin typeface="DejaVu Sans Mono" pitchFamily="34" charset="0"/>
                <a:ea typeface="DejaVu Sans Mono" pitchFamily="34" charset="-122"/>
                <a:cs typeface="DejaVu Sans Mono" pitchFamily="34" charset="-120"/>
              </a:rPr>
              <a:t>python -m pytest</a:t>
            </a:r>
            <a:endParaRPr lang="en-US" sz="1190" dirty="0"/>
          </a:p>
        </p:txBody>
      </p:sp>
      <p:sp>
        <p:nvSpPr>
          <p:cNvPr id="59" name="Shape 57"/>
          <p:cNvSpPr/>
          <p:nvPr/>
        </p:nvSpPr>
        <p:spPr>
          <a:xfrm>
            <a:off x="8375904" y="3877056"/>
            <a:ext cx="3520440" cy="1636776"/>
          </a:xfrm>
          <a:prstGeom prst="roundRect">
            <a:avLst>
              <a:gd name="adj" fmla="val 4469"/>
            </a:avLst>
          </a:prstGeom>
          <a:solidFill>
            <a:srgbClr val="0B1C2D">
              <a:alpha val="95000"/>
            </a:srgbClr>
          </a:solidFill>
          <a:ln w="10160">
            <a:solidFill>
              <a:srgbClr val="5DE4E2">
                <a:alpha val="76000"/>
              </a:srgbClr>
            </a:solidFill>
            <a:prstDash val="solid"/>
          </a:ln>
        </p:spPr>
      </p:sp>
      <p:sp>
        <p:nvSpPr>
          <p:cNvPr id="60" name="Text 58"/>
          <p:cNvSpPr/>
          <p:nvPr/>
        </p:nvSpPr>
        <p:spPr>
          <a:xfrm>
            <a:off x="8558784" y="4032504"/>
            <a:ext cx="2560320" cy="338328"/>
          </a:xfrm>
          <a:prstGeom prst="rect">
            <a:avLst/>
          </a:prstGeom>
          <a:noFill/>
          <a:ln/>
        </p:spPr>
        <p:txBody>
          <a:bodyPr wrap="square" lIns="0" tIns="0" rIns="0" bIns="0" rtlCol="0" anchor="ctr">
            <a:normAutofit/>
          </a:bodyPr>
          <a:lstStyle/>
          <a:p>
            <a:pPr marL="0" indent="0">
              <a:buNone/>
            </a:pPr>
            <a:r>
              <a:rPr lang="en-US" sz="2000" b="1" dirty="0">
                <a:solidFill>
                  <a:srgbClr val="F0F8FC"/>
                </a:solidFill>
                <a:latin typeface="Inter" pitchFamily="34" charset="0"/>
                <a:ea typeface="Inter" pitchFamily="34" charset="-122"/>
                <a:cs typeface="Inter" pitchFamily="34" charset="-120"/>
              </a:rPr>
              <a:t>TypeScript</a:t>
            </a:r>
            <a:endParaRPr lang="en-US" sz="2000" dirty="0"/>
          </a:p>
        </p:txBody>
      </p:sp>
      <p:sp>
        <p:nvSpPr>
          <p:cNvPr id="61" name="Text 59"/>
          <p:cNvSpPr/>
          <p:nvPr/>
        </p:nvSpPr>
        <p:spPr>
          <a:xfrm>
            <a:off x="10460736" y="4069080"/>
            <a:ext cx="1225296" cy="246888"/>
          </a:xfrm>
          <a:prstGeom prst="rect">
            <a:avLst/>
          </a:prstGeom>
          <a:noFill/>
          <a:ln/>
        </p:spPr>
        <p:txBody>
          <a:bodyPr wrap="square" lIns="0" tIns="0" rIns="0" bIns="0" rtlCol="0" anchor="ctr">
            <a:normAutofit/>
          </a:bodyPr>
          <a:lstStyle/>
          <a:p>
            <a:pPr marL="0" indent="0" algn="r">
              <a:buNone/>
            </a:pPr>
            <a:r>
              <a:rPr lang="en-US" sz="1100" dirty="0">
                <a:solidFill>
                  <a:srgbClr val="5DE4E2"/>
                </a:solidFill>
                <a:latin typeface="DejaVu Sans Mono" pitchFamily="34" charset="0"/>
                <a:ea typeface="DejaVu Sans Mono" pitchFamily="34" charset="-122"/>
                <a:cs typeface="DejaVu Sans Mono" pitchFamily="34" charset="-120"/>
              </a:rPr>
              <a:t>typescript/</a:t>
            </a:r>
            <a:endParaRPr lang="en-US" sz="1100" dirty="0"/>
          </a:p>
        </p:txBody>
      </p:sp>
      <p:sp>
        <p:nvSpPr>
          <p:cNvPr id="62" name="Text 60"/>
          <p:cNvSpPr/>
          <p:nvPr/>
        </p:nvSpPr>
        <p:spPr>
          <a:xfrm>
            <a:off x="8558784" y="4416552"/>
            <a:ext cx="3145536" cy="237744"/>
          </a:xfrm>
          <a:prstGeom prst="rect">
            <a:avLst/>
          </a:prstGeom>
          <a:noFill/>
          <a:ln/>
        </p:spPr>
        <p:txBody>
          <a:bodyPr wrap="square" lIns="0" tIns="0" rIns="0" bIns="0" rtlCol="0" anchor="ctr">
            <a:normAutofit/>
          </a:bodyPr>
          <a:lstStyle/>
          <a:p>
            <a:pPr marL="0" indent="0">
              <a:buNone/>
            </a:pPr>
            <a:r>
              <a:rPr lang="en-US" sz="1100" dirty="0">
                <a:solidFill>
                  <a:srgbClr val="B0C6D1"/>
                </a:solidFill>
                <a:latin typeface="Inter" pitchFamily="34" charset="0"/>
                <a:ea typeface="Inter" pitchFamily="34" charset="-122"/>
                <a:cs typeface="Inter" pitchFamily="34" charset="-120"/>
              </a:rPr>
              <a:t>Vitest</a:t>
            </a:r>
            <a:endParaRPr lang="en-US" sz="1100" dirty="0"/>
          </a:p>
        </p:txBody>
      </p:sp>
      <p:sp>
        <p:nvSpPr>
          <p:cNvPr id="63" name="Text 61"/>
          <p:cNvSpPr/>
          <p:nvPr/>
        </p:nvSpPr>
        <p:spPr>
          <a:xfrm>
            <a:off x="8558784" y="4782312"/>
            <a:ext cx="3172968" cy="630936"/>
          </a:xfrm>
          <a:prstGeom prst="rect">
            <a:avLst/>
          </a:prstGeom>
          <a:noFill/>
          <a:ln/>
        </p:spPr>
        <p:txBody>
          <a:bodyPr wrap="square" lIns="0" tIns="0" rIns="0" bIns="0" rtlCol="0" anchor="ctr">
            <a:normAutofit/>
          </a:bodyPr>
          <a:lstStyle/>
          <a:p>
            <a:pPr marL="0" indent="0">
              <a:buNone/>
            </a:pPr>
            <a:r>
              <a:rPr lang="en-US" sz="1400" dirty="0">
                <a:solidFill>
                  <a:srgbClr val="FFC26E"/>
                </a:solidFill>
                <a:latin typeface="DejaVu Sans Mono" pitchFamily="34" charset="0"/>
                <a:ea typeface="DejaVu Sans Mono" pitchFamily="34" charset="-122"/>
                <a:cs typeface="DejaVu Sans Mono" pitchFamily="34" charset="-120"/>
              </a:rPr>
              <a:t>npm install</a:t>
            </a:r>
            <a:endParaRPr lang="en-US" sz="1400" dirty="0"/>
          </a:p>
          <a:p>
            <a:pPr marL="0" indent="0">
              <a:buNone/>
            </a:pPr>
            <a:r>
              <a:rPr lang="en-US" sz="1400" dirty="0">
                <a:solidFill>
                  <a:srgbClr val="FFC26E"/>
                </a:solidFill>
                <a:latin typeface="DejaVu Sans Mono" pitchFamily="34" charset="0"/>
                <a:ea typeface="DejaVu Sans Mono" pitchFamily="34" charset="-122"/>
                <a:cs typeface="DejaVu Sans Mono" pitchFamily="34" charset="-120"/>
              </a:rPr>
              <a:t>npm test</a:t>
            </a:r>
            <a:endParaRPr lang="en-US" sz="1400" dirty="0"/>
          </a:p>
        </p:txBody>
      </p:sp>
      <p:sp>
        <p:nvSpPr>
          <p:cNvPr id="64" name="Shape 62"/>
          <p:cNvSpPr/>
          <p:nvPr/>
        </p:nvSpPr>
        <p:spPr>
          <a:xfrm>
            <a:off x="3730752" y="5989320"/>
            <a:ext cx="4663440" cy="301752"/>
          </a:xfrm>
          <a:prstGeom prst="roundRect">
            <a:avLst/>
          </a:prstGeom>
          <a:solidFill>
            <a:srgbClr val="55BFE9">
              <a:alpha val="16000"/>
            </a:srgbClr>
          </a:solidFill>
          <a:ln w="6350">
            <a:solidFill>
              <a:srgbClr val="55BFE9">
                <a:alpha val="52000"/>
              </a:srgbClr>
            </a:solidFill>
            <a:prstDash val="solid"/>
          </a:ln>
        </p:spPr>
      </p:sp>
      <p:sp>
        <p:nvSpPr>
          <p:cNvPr id="65" name="Text 63"/>
          <p:cNvSpPr/>
          <p:nvPr/>
        </p:nvSpPr>
        <p:spPr>
          <a:xfrm>
            <a:off x="3803904" y="6025896"/>
            <a:ext cx="4517136" cy="210312"/>
          </a:xfrm>
          <a:prstGeom prst="rect">
            <a:avLst/>
          </a:prstGeom>
          <a:noFill/>
          <a:ln/>
        </p:spPr>
        <p:txBody>
          <a:bodyPr wrap="square" lIns="0" tIns="0" rIns="0" bIns="0" rtlCol="0" anchor="ctr">
            <a:normAutofit/>
          </a:bodyPr>
          <a:lstStyle/>
          <a:p>
            <a:pPr marL="0" indent="0" algn="ctr">
              <a:buNone/>
            </a:pPr>
            <a:r>
              <a:rPr lang="en-US" sz="900" b="1" dirty="0">
                <a:solidFill>
                  <a:srgbClr val="55BFE9"/>
                </a:solidFill>
                <a:latin typeface="Inter" pitchFamily="34" charset="0"/>
                <a:ea typeface="Inter" pitchFamily="34" charset="-122"/>
                <a:cs typeface="Inter" pitchFamily="34" charset="-120"/>
              </a:rPr>
              <a:t>WINDOWS / GRADLE: USE gradlew.bat test</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7204148" y="833791"/>
            <a:ext cx="17294" cy="17294"/>
          </a:xfrm>
          <a:prstGeom prst="ellipse">
            <a:avLst/>
          </a:prstGeom>
          <a:solidFill>
            <a:srgbClr val="5DE4E2">
              <a:alpha val="55000"/>
            </a:srgbClr>
          </a:solidFill>
          <a:ln w="12700">
            <a:solidFill>
              <a:srgbClr val="071321">
                <a:alpha val="0"/>
              </a:srgbClr>
            </a:solidFill>
            <a:prstDash val="solid"/>
          </a:ln>
        </p:spPr>
      </p:sp>
      <p:sp>
        <p:nvSpPr>
          <p:cNvPr id="3" name="Shape 1"/>
          <p:cNvSpPr/>
          <p:nvPr/>
        </p:nvSpPr>
        <p:spPr>
          <a:xfrm>
            <a:off x="9302182" y="1652081"/>
            <a:ext cx="15780" cy="15780"/>
          </a:xfrm>
          <a:prstGeom prst="ellipse">
            <a:avLst/>
          </a:prstGeom>
          <a:solidFill>
            <a:srgbClr val="D3E2ED">
              <a:alpha val="30000"/>
            </a:srgbClr>
          </a:solidFill>
          <a:ln w="12700">
            <a:solidFill>
              <a:srgbClr val="071321">
                <a:alpha val="0"/>
              </a:srgbClr>
            </a:solidFill>
            <a:prstDash val="solid"/>
          </a:ln>
        </p:spPr>
      </p:sp>
      <p:sp>
        <p:nvSpPr>
          <p:cNvPr id="4" name="Shape 2"/>
          <p:cNvSpPr/>
          <p:nvPr/>
        </p:nvSpPr>
        <p:spPr>
          <a:xfrm>
            <a:off x="144603" y="3747161"/>
            <a:ext cx="13328" cy="13328"/>
          </a:xfrm>
          <a:prstGeom prst="ellipse">
            <a:avLst/>
          </a:prstGeom>
          <a:solidFill>
            <a:srgbClr val="D3E2ED">
              <a:alpha val="30000"/>
            </a:srgbClr>
          </a:solidFill>
          <a:ln w="12700">
            <a:solidFill>
              <a:srgbClr val="071321">
                <a:alpha val="0"/>
              </a:srgbClr>
            </a:solidFill>
            <a:prstDash val="solid"/>
          </a:ln>
        </p:spPr>
      </p:sp>
      <p:sp>
        <p:nvSpPr>
          <p:cNvPr id="5" name="Shape 3"/>
          <p:cNvSpPr/>
          <p:nvPr/>
        </p:nvSpPr>
        <p:spPr>
          <a:xfrm>
            <a:off x="9243295" y="3652853"/>
            <a:ext cx="10075" cy="10075"/>
          </a:xfrm>
          <a:prstGeom prst="ellipse">
            <a:avLst/>
          </a:prstGeom>
          <a:solidFill>
            <a:srgbClr val="D3E2ED">
              <a:alpha val="30000"/>
            </a:srgbClr>
          </a:solidFill>
          <a:ln w="12700">
            <a:solidFill>
              <a:srgbClr val="071321">
                <a:alpha val="0"/>
              </a:srgbClr>
            </a:solidFill>
            <a:prstDash val="solid"/>
          </a:ln>
        </p:spPr>
      </p:sp>
      <p:sp>
        <p:nvSpPr>
          <p:cNvPr id="6" name="Shape 4"/>
          <p:cNvSpPr/>
          <p:nvPr/>
        </p:nvSpPr>
        <p:spPr>
          <a:xfrm>
            <a:off x="3585503" y="2089636"/>
            <a:ext cx="17598" cy="17598"/>
          </a:xfrm>
          <a:prstGeom prst="ellipse">
            <a:avLst/>
          </a:prstGeom>
          <a:solidFill>
            <a:srgbClr val="D3E2ED">
              <a:alpha val="30000"/>
            </a:srgbClr>
          </a:solidFill>
          <a:ln w="12700">
            <a:solidFill>
              <a:srgbClr val="071321">
                <a:alpha val="0"/>
              </a:srgbClr>
            </a:solidFill>
            <a:prstDash val="solid"/>
          </a:ln>
        </p:spPr>
      </p:sp>
      <p:sp>
        <p:nvSpPr>
          <p:cNvPr id="7" name="Shape 5"/>
          <p:cNvSpPr/>
          <p:nvPr/>
        </p:nvSpPr>
        <p:spPr>
          <a:xfrm>
            <a:off x="7009140" y="325004"/>
            <a:ext cx="14538" cy="14538"/>
          </a:xfrm>
          <a:prstGeom prst="ellipse">
            <a:avLst/>
          </a:prstGeom>
          <a:solidFill>
            <a:srgbClr val="D3E2ED">
              <a:alpha val="30000"/>
            </a:srgbClr>
          </a:solidFill>
          <a:ln w="12700">
            <a:solidFill>
              <a:srgbClr val="071321">
                <a:alpha val="0"/>
              </a:srgbClr>
            </a:solidFill>
            <a:prstDash val="solid"/>
          </a:ln>
        </p:spPr>
      </p:sp>
      <p:sp>
        <p:nvSpPr>
          <p:cNvPr id="8" name="Shape 6"/>
          <p:cNvSpPr/>
          <p:nvPr/>
        </p:nvSpPr>
        <p:spPr>
          <a:xfrm>
            <a:off x="3259333" y="4976603"/>
            <a:ext cx="15701" cy="15701"/>
          </a:xfrm>
          <a:prstGeom prst="ellipse">
            <a:avLst/>
          </a:prstGeom>
          <a:solidFill>
            <a:srgbClr val="D3E2ED">
              <a:alpha val="30000"/>
            </a:srgbClr>
          </a:solidFill>
          <a:ln w="12700">
            <a:solidFill>
              <a:srgbClr val="071321">
                <a:alpha val="0"/>
              </a:srgbClr>
            </a:solidFill>
            <a:prstDash val="solid"/>
          </a:ln>
        </p:spPr>
      </p:sp>
      <p:sp>
        <p:nvSpPr>
          <p:cNvPr id="9" name="Shape 7"/>
          <p:cNvSpPr/>
          <p:nvPr/>
        </p:nvSpPr>
        <p:spPr>
          <a:xfrm>
            <a:off x="2070333" y="3025838"/>
            <a:ext cx="10693" cy="10693"/>
          </a:xfrm>
          <a:prstGeom prst="ellipse">
            <a:avLst/>
          </a:prstGeom>
          <a:solidFill>
            <a:srgbClr val="5DE4E2">
              <a:alpha val="55000"/>
            </a:srgbClr>
          </a:solidFill>
          <a:ln w="12700">
            <a:solidFill>
              <a:srgbClr val="071321">
                <a:alpha val="0"/>
              </a:srgbClr>
            </a:solidFill>
            <a:prstDash val="solid"/>
          </a:ln>
        </p:spPr>
      </p:sp>
      <p:sp>
        <p:nvSpPr>
          <p:cNvPr id="10" name="Shape 8"/>
          <p:cNvSpPr/>
          <p:nvPr/>
        </p:nvSpPr>
        <p:spPr>
          <a:xfrm>
            <a:off x="260025" y="450549"/>
            <a:ext cx="13948" cy="13948"/>
          </a:xfrm>
          <a:prstGeom prst="ellipse">
            <a:avLst/>
          </a:prstGeom>
          <a:solidFill>
            <a:srgbClr val="D3E2ED">
              <a:alpha val="30000"/>
            </a:srgbClr>
          </a:solidFill>
          <a:ln w="12700">
            <a:solidFill>
              <a:srgbClr val="071321">
                <a:alpha val="0"/>
              </a:srgbClr>
            </a:solidFill>
            <a:prstDash val="solid"/>
          </a:ln>
        </p:spPr>
      </p:sp>
      <p:sp>
        <p:nvSpPr>
          <p:cNvPr id="11" name="Shape 9"/>
          <p:cNvSpPr/>
          <p:nvPr/>
        </p:nvSpPr>
        <p:spPr>
          <a:xfrm>
            <a:off x="6806332" y="2518074"/>
            <a:ext cx="15700" cy="15700"/>
          </a:xfrm>
          <a:prstGeom prst="ellipse">
            <a:avLst/>
          </a:prstGeom>
          <a:solidFill>
            <a:srgbClr val="D3E2ED">
              <a:alpha val="30000"/>
            </a:srgbClr>
          </a:solidFill>
          <a:ln w="12700">
            <a:solidFill>
              <a:srgbClr val="071321">
                <a:alpha val="0"/>
              </a:srgbClr>
            </a:solidFill>
            <a:prstDash val="solid"/>
          </a:ln>
        </p:spPr>
      </p:sp>
      <p:sp>
        <p:nvSpPr>
          <p:cNvPr id="12" name="Shape 10"/>
          <p:cNvSpPr/>
          <p:nvPr/>
        </p:nvSpPr>
        <p:spPr>
          <a:xfrm>
            <a:off x="6222561" y="1279265"/>
            <a:ext cx="9638" cy="9638"/>
          </a:xfrm>
          <a:prstGeom prst="ellipse">
            <a:avLst/>
          </a:prstGeom>
          <a:solidFill>
            <a:srgbClr val="D3E2ED">
              <a:alpha val="30000"/>
            </a:srgbClr>
          </a:solidFill>
          <a:ln w="12700">
            <a:solidFill>
              <a:srgbClr val="071321">
                <a:alpha val="0"/>
              </a:srgbClr>
            </a:solidFill>
            <a:prstDash val="solid"/>
          </a:ln>
        </p:spPr>
      </p:sp>
      <p:sp>
        <p:nvSpPr>
          <p:cNvPr id="13" name="Shape 11"/>
          <p:cNvSpPr/>
          <p:nvPr/>
        </p:nvSpPr>
        <p:spPr>
          <a:xfrm>
            <a:off x="3193209" y="6119780"/>
            <a:ext cx="17966" cy="17966"/>
          </a:xfrm>
          <a:prstGeom prst="ellipse">
            <a:avLst/>
          </a:prstGeom>
          <a:solidFill>
            <a:srgbClr val="D3E2ED">
              <a:alpha val="30000"/>
            </a:srgbClr>
          </a:solidFill>
          <a:ln w="12700">
            <a:solidFill>
              <a:srgbClr val="071321">
                <a:alpha val="0"/>
              </a:srgbClr>
            </a:solidFill>
            <a:prstDash val="solid"/>
          </a:ln>
        </p:spPr>
      </p:sp>
      <p:sp>
        <p:nvSpPr>
          <p:cNvPr id="14" name="Shape 12"/>
          <p:cNvSpPr/>
          <p:nvPr/>
        </p:nvSpPr>
        <p:spPr>
          <a:xfrm>
            <a:off x="6085287" y="1731482"/>
            <a:ext cx="11788" cy="11788"/>
          </a:xfrm>
          <a:prstGeom prst="ellipse">
            <a:avLst/>
          </a:prstGeom>
          <a:solidFill>
            <a:srgbClr val="D3E2ED">
              <a:alpha val="30000"/>
            </a:srgbClr>
          </a:solidFill>
          <a:ln w="12700">
            <a:solidFill>
              <a:srgbClr val="071321">
                <a:alpha val="0"/>
              </a:srgbClr>
            </a:solidFill>
            <a:prstDash val="solid"/>
          </a:ln>
        </p:spPr>
      </p:sp>
      <p:sp>
        <p:nvSpPr>
          <p:cNvPr id="15" name="Shape 13"/>
          <p:cNvSpPr/>
          <p:nvPr/>
        </p:nvSpPr>
        <p:spPr>
          <a:xfrm>
            <a:off x="6671478" y="5975560"/>
            <a:ext cx="17789" cy="17789"/>
          </a:xfrm>
          <a:prstGeom prst="ellipse">
            <a:avLst/>
          </a:prstGeom>
          <a:solidFill>
            <a:srgbClr val="D3E2ED">
              <a:alpha val="30000"/>
            </a:srgbClr>
          </a:solidFill>
          <a:ln w="12700">
            <a:solidFill>
              <a:srgbClr val="071321">
                <a:alpha val="0"/>
              </a:srgbClr>
            </a:solidFill>
            <a:prstDash val="solid"/>
          </a:ln>
        </p:spPr>
      </p:sp>
      <p:sp>
        <p:nvSpPr>
          <p:cNvPr id="16" name="Shape 14"/>
          <p:cNvSpPr/>
          <p:nvPr/>
        </p:nvSpPr>
        <p:spPr>
          <a:xfrm>
            <a:off x="1512700" y="4227684"/>
            <a:ext cx="10388" cy="10388"/>
          </a:xfrm>
          <a:prstGeom prst="ellipse">
            <a:avLst/>
          </a:prstGeom>
          <a:solidFill>
            <a:srgbClr val="5DE4E2">
              <a:alpha val="55000"/>
            </a:srgbClr>
          </a:solidFill>
          <a:ln w="12700">
            <a:solidFill>
              <a:srgbClr val="071321">
                <a:alpha val="0"/>
              </a:srgbClr>
            </a:solidFill>
            <a:prstDash val="solid"/>
          </a:ln>
        </p:spPr>
      </p:sp>
      <p:sp>
        <p:nvSpPr>
          <p:cNvPr id="17" name="Shape 15"/>
          <p:cNvSpPr/>
          <p:nvPr/>
        </p:nvSpPr>
        <p:spPr>
          <a:xfrm>
            <a:off x="4779171" y="2555909"/>
            <a:ext cx="11476" cy="11476"/>
          </a:xfrm>
          <a:prstGeom prst="ellipse">
            <a:avLst/>
          </a:prstGeom>
          <a:solidFill>
            <a:srgbClr val="D3E2ED">
              <a:alpha val="30000"/>
            </a:srgbClr>
          </a:solidFill>
          <a:ln w="12700">
            <a:solidFill>
              <a:srgbClr val="071321">
                <a:alpha val="0"/>
              </a:srgbClr>
            </a:solidFill>
            <a:prstDash val="solid"/>
          </a:ln>
        </p:spPr>
      </p:sp>
      <p:sp>
        <p:nvSpPr>
          <p:cNvPr id="18" name="Shape 16"/>
          <p:cNvSpPr/>
          <p:nvPr/>
        </p:nvSpPr>
        <p:spPr>
          <a:xfrm>
            <a:off x="4089222" y="1101525"/>
            <a:ext cx="7735" cy="7735"/>
          </a:xfrm>
          <a:prstGeom prst="ellipse">
            <a:avLst/>
          </a:prstGeom>
          <a:solidFill>
            <a:srgbClr val="D3E2ED">
              <a:alpha val="30000"/>
            </a:srgbClr>
          </a:solidFill>
          <a:ln w="12700">
            <a:solidFill>
              <a:srgbClr val="071321">
                <a:alpha val="0"/>
              </a:srgbClr>
            </a:solidFill>
            <a:prstDash val="solid"/>
          </a:ln>
        </p:spPr>
      </p:sp>
      <p:sp>
        <p:nvSpPr>
          <p:cNvPr id="19" name="Shape 17"/>
          <p:cNvSpPr/>
          <p:nvPr/>
        </p:nvSpPr>
        <p:spPr>
          <a:xfrm>
            <a:off x="7489166" y="4144216"/>
            <a:ext cx="15416" cy="15416"/>
          </a:xfrm>
          <a:prstGeom prst="ellipse">
            <a:avLst/>
          </a:prstGeom>
          <a:solidFill>
            <a:srgbClr val="D3E2ED">
              <a:alpha val="30000"/>
            </a:srgbClr>
          </a:solidFill>
          <a:ln w="12700">
            <a:solidFill>
              <a:srgbClr val="071321">
                <a:alpha val="0"/>
              </a:srgbClr>
            </a:solidFill>
            <a:prstDash val="solid"/>
          </a:ln>
        </p:spPr>
      </p:sp>
      <p:sp>
        <p:nvSpPr>
          <p:cNvPr id="20" name="Shape 18"/>
          <p:cNvSpPr/>
          <p:nvPr/>
        </p:nvSpPr>
        <p:spPr>
          <a:xfrm>
            <a:off x="3285187" y="535333"/>
            <a:ext cx="11124" cy="11124"/>
          </a:xfrm>
          <a:prstGeom prst="ellipse">
            <a:avLst/>
          </a:prstGeom>
          <a:solidFill>
            <a:srgbClr val="D3E2ED">
              <a:alpha val="30000"/>
            </a:srgbClr>
          </a:solidFill>
          <a:ln w="12700">
            <a:solidFill>
              <a:srgbClr val="071321">
                <a:alpha val="0"/>
              </a:srgbClr>
            </a:solidFill>
            <a:prstDash val="solid"/>
          </a:ln>
        </p:spPr>
      </p:sp>
      <p:sp>
        <p:nvSpPr>
          <p:cNvPr id="21" name="Shape 19"/>
          <p:cNvSpPr/>
          <p:nvPr/>
        </p:nvSpPr>
        <p:spPr>
          <a:xfrm>
            <a:off x="5703340" y="5369795"/>
            <a:ext cx="7920" cy="7920"/>
          </a:xfrm>
          <a:prstGeom prst="ellipse">
            <a:avLst/>
          </a:prstGeom>
          <a:solidFill>
            <a:srgbClr val="D3E2ED">
              <a:alpha val="30000"/>
            </a:srgbClr>
          </a:solidFill>
          <a:ln w="12700">
            <a:solidFill>
              <a:srgbClr val="071321">
                <a:alpha val="0"/>
              </a:srgbClr>
            </a:solidFill>
            <a:prstDash val="solid"/>
          </a:ln>
        </p:spPr>
      </p:sp>
      <p:sp>
        <p:nvSpPr>
          <p:cNvPr id="22" name="Shape 20"/>
          <p:cNvSpPr/>
          <p:nvPr/>
        </p:nvSpPr>
        <p:spPr>
          <a:xfrm>
            <a:off x="10004710" y="3063667"/>
            <a:ext cx="8219" cy="8219"/>
          </a:xfrm>
          <a:prstGeom prst="ellipse">
            <a:avLst/>
          </a:prstGeom>
          <a:solidFill>
            <a:srgbClr val="D3E2ED">
              <a:alpha val="30000"/>
            </a:srgbClr>
          </a:solidFill>
          <a:ln w="12700">
            <a:solidFill>
              <a:srgbClr val="071321">
                <a:alpha val="0"/>
              </a:srgbClr>
            </a:solidFill>
            <a:prstDash val="solid"/>
          </a:ln>
        </p:spPr>
      </p:sp>
      <p:sp>
        <p:nvSpPr>
          <p:cNvPr id="23" name="Shape 21"/>
          <p:cNvSpPr/>
          <p:nvPr/>
        </p:nvSpPr>
        <p:spPr>
          <a:xfrm>
            <a:off x="1049903" y="2294420"/>
            <a:ext cx="14341" cy="14341"/>
          </a:xfrm>
          <a:prstGeom prst="ellipse">
            <a:avLst/>
          </a:prstGeom>
          <a:solidFill>
            <a:srgbClr val="5DE4E2">
              <a:alpha val="55000"/>
            </a:srgbClr>
          </a:solidFill>
          <a:ln w="12700">
            <a:solidFill>
              <a:srgbClr val="071321">
                <a:alpha val="0"/>
              </a:srgbClr>
            </a:solidFill>
            <a:prstDash val="solid"/>
          </a:ln>
        </p:spPr>
      </p:sp>
      <p:sp>
        <p:nvSpPr>
          <p:cNvPr id="24" name="Shape 22"/>
          <p:cNvSpPr/>
          <p:nvPr/>
        </p:nvSpPr>
        <p:spPr>
          <a:xfrm>
            <a:off x="10533047" y="1306524"/>
            <a:ext cx="13207" cy="13207"/>
          </a:xfrm>
          <a:prstGeom prst="ellipse">
            <a:avLst/>
          </a:prstGeom>
          <a:solidFill>
            <a:srgbClr val="D3E2ED">
              <a:alpha val="30000"/>
            </a:srgbClr>
          </a:solidFill>
          <a:ln w="12700">
            <a:solidFill>
              <a:srgbClr val="071321">
                <a:alpha val="0"/>
              </a:srgbClr>
            </a:solidFill>
            <a:prstDash val="solid"/>
          </a:ln>
        </p:spPr>
      </p:sp>
      <p:sp>
        <p:nvSpPr>
          <p:cNvPr id="25" name="Shape 23"/>
          <p:cNvSpPr/>
          <p:nvPr/>
        </p:nvSpPr>
        <p:spPr>
          <a:xfrm>
            <a:off x="5658753" y="788701"/>
            <a:ext cx="10918" cy="10918"/>
          </a:xfrm>
          <a:prstGeom prst="ellipse">
            <a:avLst/>
          </a:prstGeom>
          <a:solidFill>
            <a:srgbClr val="D3E2ED">
              <a:alpha val="30000"/>
            </a:srgbClr>
          </a:solidFill>
          <a:ln w="12700">
            <a:solidFill>
              <a:srgbClr val="071321">
                <a:alpha val="0"/>
              </a:srgbClr>
            </a:solidFill>
            <a:prstDash val="solid"/>
          </a:ln>
        </p:spPr>
      </p:sp>
      <p:sp>
        <p:nvSpPr>
          <p:cNvPr id="26" name="Shape 24"/>
          <p:cNvSpPr/>
          <p:nvPr/>
        </p:nvSpPr>
        <p:spPr>
          <a:xfrm>
            <a:off x="0" y="0"/>
            <a:ext cx="12192000" cy="6858000"/>
          </a:xfrm>
          <a:prstGeom prst="rect">
            <a:avLst/>
          </a:prstGeom>
          <a:solidFill>
            <a:srgbClr val="071321">
              <a:alpha val="89000"/>
            </a:srgbClr>
          </a:solidFill>
          <a:ln w="12700">
            <a:solidFill>
              <a:srgbClr val="071321">
                <a:alpha val="0"/>
              </a:srgbClr>
            </a:solidFill>
            <a:prstDash val="solid"/>
          </a:ln>
        </p:spPr>
      </p:sp>
      <p:sp>
        <p:nvSpPr>
          <p:cNvPr id="27" name="Text 25"/>
          <p:cNvSpPr/>
          <p:nvPr/>
        </p:nvSpPr>
        <p:spPr>
          <a:xfrm>
            <a:off x="612648" y="347472"/>
            <a:ext cx="10058400" cy="274320"/>
          </a:xfrm>
          <a:prstGeom prst="rect">
            <a:avLst/>
          </a:prstGeom>
          <a:noFill/>
          <a:ln/>
        </p:spPr>
        <p:txBody>
          <a:bodyPr wrap="square" lIns="0" tIns="0" rIns="0" bIns="0" rtlCol="0" anchor="ctr">
            <a:normAutofit/>
          </a:bodyPr>
          <a:lstStyle/>
          <a:p>
            <a:pPr marL="0" indent="0">
              <a:buNone/>
            </a:pPr>
            <a:r>
              <a:rPr lang="en-US" sz="950" b="1" kern="0" spc="220" dirty="0">
                <a:solidFill>
                  <a:srgbClr val="5DE4E2"/>
                </a:solidFill>
                <a:latin typeface="Inter" pitchFamily="34" charset="0"/>
                <a:ea typeface="Inter" pitchFamily="34" charset="-122"/>
                <a:cs typeface="Inter" pitchFamily="34" charset="-120"/>
              </a:rPr>
              <a:t>DSCC  /  MISSION FILE: ODYSSEY</a:t>
            </a:r>
            <a:endParaRPr lang="en-US" sz="950" dirty="0"/>
          </a:p>
        </p:txBody>
      </p:sp>
      <p:sp>
        <p:nvSpPr>
          <p:cNvPr id="28" name="Text 26"/>
          <p:cNvSpPr/>
          <p:nvPr/>
        </p:nvSpPr>
        <p:spPr>
          <a:xfrm>
            <a:off x="612648" y="832104"/>
            <a:ext cx="10972800" cy="612648"/>
          </a:xfrm>
          <a:prstGeom prst="rect">
            <a:avLst/>
          </a:prstGeom>
          <a:noFill/>
          <a:ln/>
        </p:spPr>
        <p:txBody>
          <a:bodyPr wrap="square" lIns="0" tIns="0" rIns="0" bIns="0" rtlCol="0" anchor="ctr">
            <a:normAutofit/>
          </a:bodyPr>
          <a:lstStyle/>
          <a:p>
            <a:pPr marL="0" indent="0">
              <a:buNone/>
            </a:pPr>
            <a:r>
              <a:rPr lang="en-US" sz="3000" b="1" dirty="0">
                <a:solidFill>
                  <a:srgbClr val="F0F8FC"/>
                </a:solidFill>
                <a:latin typeface="Inter Display" pitchFamily="34" charset="0"/>
                <a:ea typeface="Inter Display" pitchFamily="34" charset="-122"/>
                <a:cs typeface="Inter Display" pitchFamily="34" charset="-120"/>
              </a:rPr>
              <a:t>KEEP THE FILE SYSTEM AT THE EDGE</a:t>
            </a:r>
            <a:endParaRPr lang="en-US" sz="3000" dirty="0"/>
          </a:p>
        </p:txBody>
      </p:sp>
      <p:sp>
        <p:nvSpPr>
          <p:cNvPr id="29" name="Text 27"/>
          <p:cNvSpPr/>
          <p:nvPr/>
        </p:nvSpPr>
        <p:spPr>
          <a:xfrm>
            <a:off x="640080" y="1481328"/>
            <a:ext cx="10789920" cy="347472"/>
          </a:xfrm>
          <a:prstGeom prst="rect">
            <a:avLst/>
          </a:prstGeom>
          <a:noFill/>
          <a:ln/>
        </p:spPr>
        <p:txBody>
          <a:bodyPr wrap="square" lIns="0" tIns="0" rIns="0" bIns="0" rtlCol="0" anchor="ctr">
            <a:normAutofit/>
          </a:bodyPr>
          <a:lstStyle/>
          <a:p>
            <a:pPr marL="0" indent="0">
              <a:buNone/>
            </a:pPr>
            <a:r>
              <a:rPr lang="en-US" sz="1500" dirty="0">
                <a:solidFill>
                  <a:srgbClr val="B0C6D1"/>
                </a:solidFill>
                <a:latin typeface="Inter" pitchFamily="34" charset="0"/>
                <a:ea typeface="Inter" pitchFamily="34" charset="-122"/>
                <a:cs typeface="Inter" pitchFamily="34" charset="-120"/>
              </a:rPr>
              <a:t>Your reconstruction logic should accept in-memory strings.</a:t>
            </a:r>
            <a:endParaRPr lang="en-US" sz="1500" dirty="0"/>
          </a:p>
        </p:txBody>
      </p:sp>
      <p:sp>
        <p:nvSpPr>
          <p:cNvPr id="30" name="Shape 28"/>
          <p:cNvSpPr/>
          <p:nvPr/>
        </p:nvSpPr>
        <p:spPr>
          <a:xfrm>
            <a:off x="612648" y="1865376"/>
            <a:ext cx="10972800" cy="914"/>
          </a:xfrm>
          <a:prstGeom prst="line">
            <a:avLst/>
          </a:prstGeom>
          <a:noFill/>
          <a:ln w="12700">
            <a:solidFill>
              <a:srgbClr val="28506A"/>
            </a:solidFill>
            <a:prstDash val="solid"/>
          </a:ln>
        </p:spPr>
      </p:sp>
      <p:sp>
        <p:nvSpPr>
          <p:cNvPr id="31" name="Shape 29"/>
          <p:cNvSpPr/>
          <p:nvPr/>
        </p:nvSpPr>
        <p:spPr>
          <a:xfrm>
            <a:off x="612648" y="6510528"/>
            <a:ext cx="10972800" cy="914"/>
          </a:xfrm>
          <a:prstGeom prst="line">
            <a:avLst/>
          </a:prstGeom>
          <a:noFill/>
          <a:ln w="10160">
            <a:solidFill>
              <a:srgbClr val="28506A"/>
            </a:solidFill>
            <a:prstDash val="solid"/>
          </a:ln>
        </p:spPr>
      </p:sp>
      <p:sp>
        <p:nvSpPr>
          <p:cNvPr id="32" name="Text 30"/>
          <p:cNvSpPr/>
          <p:nvPr/>
        </p:nvSpPr>
        <p:spPr>
          <a:xfrm>
            <a:off x="630936" y="6556248"/>
            <a:ext cx="7315200" cy="173736"/>
          </a:xfrm>
          <a:prstGeom prst="rect">
            <a:avLst/>
          </a:prstGeom>
          <a:noFill/>
          <a:ln/>
        </p:spPr>
        <p:txBody>
          <a:bodyPr wrap="square" lIns="0" tIns="0" rIns="0" bIns="0" rtlCol="0" anchor="ctr">
            <a:normAutofit/>
          </a:bodyPr>
          <a:lstStyle/>
          <a:p>
            <a:pPr marL="0" indent="0">
              <a:buNone/>
            </a:pPr>
            <a:r>
              <a:rPr lang="en-US" sz="800" b="1" kern="0" spc="150" dirty="0">
                <a:solidFill>
                  <a:srgbClr val="7F9FB0"/>
                </a:solidFill>
                <a:latin typeface="Inter" pitchFamily="34" charset="0"/>
                <a:ea typeface="Inter" pitchFamily="34" charset="-122"/>
                <a:cs typeface="Inter" pitchFamily="34" charset="-120"/>
              </a:rPr>
              <a:t>C3  //  THE LAST TRANSMISSION  //  ACT I</a:t>
            </a:r>
            <a:endParaRPr lang="en-US" sz="800" dirty="0"/>
          </a:p>
        </p:txBody>
      </p:sp>
      <p:sp>
        <p:nvSpPr>
          <p:cNvPr id="33" name="Text 31"/>
          <p:cNvSpPr/>
          <p:nvPr/>
        </p:nvSpPr>
        <p:spPr>
          <a:xfrm>
            <a:off x="10972800" y="6556248"/>
            <a:ext cx="530352" cy="173736"/>
          </a:xfrm>
          <a:prstGeom prst="rect">
            <a:avLst/>
          </a:prstGeom>
          <a:noFill/>
          <a:ln/>
        </p:spPr>
        <p:txBody>
          <a:bodyPr wrap="square" lIns="0" tIns="0" rIns="0" bIns="0" rtlCol="0" anchor="ctr">
            <a:normAutofit/>
          </a:bodyPr>
          <a:lstStyle/>
          <a:p>
            <a:pPr marL="0" indent="0" algn="r">
              <a:buNone/>
            </a:pPr>
            <a:r>
              <a:rPr lang="en-US" sz="800" b="1" dirty="0">
                <a:solidFill>
                  <a:srgbClr val="7F9FB0"/>
                </a:solidFill>
                <a:latin typeface="Inter" pitchFamily="34" charset="0"/>
                <a:ea typeface="Inter" pitchFamily="34" charset="-122"/>
                <a:cs typeface="Inter" pitchFamily="34" charset="-120"/>
              </a:rPr>
              <a:t>14</a:t>
            </a:r>
            <a:endParaRPr lang="en-US" sz="800" dirty="0"/>
          </a:p>
        </p:txBody>
      </p:sp>
      <p:sp>
        <p:nvSpPr>
          <p:cNvPr id="34" name="Shape 32"/>
          <p:cNvSpPr/>
          <p:nvPr/>
        </p:nvSpPr>
        <p:spPr>
          <a:xfrm>
            <a:off x="804672" y="2459736"/>
            <a:ext cx="2514600" cy="1508760"/>
          </a:xfrm>
          <a:prstGeom prst="roundRect">
            <a:avLst>
              <a:gd name="adj" fmla="val 4848"/>
            </a:avLst>
          </a:prstGeom>
          <a:solidFill>
            <a:srgbClr val="0B1C2D">
              <a:alpha val="95000"/>
            </a:srgbClr>
          </a:solidFill>
          <a:ln w="10160">
            <a:solidFill>
              <a:srgbClr val="5DE4E2">
                <a:alpha val="76000"/>
              </a:srgbClr>
            </a:solidFill>
            <a:prstDash val="solid"/>
          </a:ln>
        </p:spPr>
      </p:sp>
      <p:sp>
        <p:nvSpPr>
          <p:cNvPr id="35" name="Text 33"/>
          <p:cNvSpPr/>
          <p:nvPr/>
        </p:nvSpPr>
        <p:spPr>
          <a:xfrm>
            <a:off x="896112" y="2706624"/>
            <a:ext cx="2331720" cy="374904"/>
          </a:xfrm>
          <a:prstGeom prst="rect">
            <a:avLst/>
          </a:prstGeom>
          <a:noFill/>
          <a:ln/>
        </p:spPr>
        <p:txBody>
          <a:bodyPr wrap="square" lIns="0" tIns="0" rIns="0" bIns="0" rtlCol="0" anchor="ctr">
            <a:normAutofit/>
          </a:bodyPr>
          <a:lstStyle/>
          <a:p>
            <a:pPr marL="0" indent="0" algn="ctr">
              <a:buNone/>
            </a:pPr>
            <a:r>
              <a:rPr lang="en-US" sz="2100" b="1" dirty="0">
                <a:solidFill>
                  <a:srgbClr val="F0F8FC"/>
                </a:solidFill>
                <a:latin typeface="DejaVu Sans Mono" pitchFamily="34" charset="0"/>
                <a:ea typeface="DejaVu Sans Mono" pitchFamily="34" charset="-122"/>
                <a:cs typeface="DejaVu Sans Mono" pitchFamily="34" charset="-120"/>
              </a:rPr>
              <a:t>act1.txt</a:t>
            </a:r>
            <a:endParaRPr lang="en-US" sz="2100" dirty="0"/>
          </a:p>
        </p:txBody>
      </p:sp>
      <p:sp>
        <p:nvSpPr>
          <p:cNvPr id="36" name="Text 34"/>
          <p:cNvSpPr/>
          <p:nvPr/>
        </p:nvSpPr>
        <p:spPr>
          <a:xfrm>
            <a:off x="896112" y="3264408"/>
            <a:ext cx="2331720" cy="274320"/>
          </a:xfrm>
          <a:prstGeom prst="rect">
            <a:avLst/>
          </a:prstGeom>
          <a:noFill/>
          <a:ln/>
        </p:spPr>
        <p:txBody>
          <a:bodyPr wrap="square" lIns="0" tIns="0" rIns="0" bIns="0" rtlCol="0" anchor="ctr">
            <a:normAutofit/>
          </a:bodyPr>
          <a:lstStyle/>
          <a:p>
            <a:pPr marL="0" indent="0" algn="ctr">
              <a:buNone/>
            </a:pPr>
            <a:r>
              <a:rPr lang="en-US" sz="1300" dirty="0">
                <a:solidFill>
                  <a:srgbClr val="B0C6D1"/>
                </a:solidFill>
                <a:latin typeface="Inter" pitchFamily="34" charset="0"/>
                <a:ea typeface="Inter" pitchFamily="34" charset="-122"/>
                <a:cs typeface="Inter" pitchFamily="34" charset="-120"/>
              </a:rPr>
              <a:t>Archive</a:t>
            </a:r>
            <a:endParaRPr lang="en-US" sz="1300" dirty="0"/>
          </a:p>
        </p:txBody>
      </p:sp>
      <p:sp>
        <p:nvSpPr>
          <p:cNvPr id="37" name="Text 35"/>
          <p:cNvSpPr/>
          <p:nvPr/>
        </p:nvSpPr>
        <p:spPr>
          <a:xfrm>
            <a:off x="3410712" y="2962656"/>
            <a:ext cx="228600" cy="320040"/>
          </a:xfrm>
          <a:prstGeom prst="rect">
            <a:avLst/>
          </a:prstGeom>
          <a:noFill/>
          <a:ln/>
        </p:spPr>
        <p:txBody>
          <a:bodyPr wrap="square" lIns="0" tIns="0" rIns="0" bIns="0" rtlCol="0" anchor="ctr">
            <a:normAutofit/>
          </a:bodyPr>
          <a:lstStyle/>
          <a:p>
            <a:pPr marL="0" indent="0">
              <a:buNone/>
            </a:pPr>
            <a:r>
              <a:rPr lang="en-US" sz="1900" dirty="0">
                <a:solidFill>
                  <a:srgbClr val="5DE4E2"/>
                </a:solidFill>
                <a:latin typeface="Inter" pitchFamily="34" charset="0"/>
                <a:ea typeface="Inter" pitchFamily="34" charset="-122"/>
                <a:cs typeface="Inter" pitchFamily="34" charset="-120"/>
              </a:rPr>
              <a:t>→</a:t>
            </a:r>
            <a:endParaRPr lang="en-US" sz="1900" dirty="0"/>
          </a:p>
        </p:txBody>
      </p:sp>
      <p:sp>
        <p:nvSpPr>
          <p:cNvPr id="38" name="Shape 36"/>
          <p:cNvSpPr/>
          <p:nvPr/>
        </p:nvSpPr>
        <p:spPr>
          <a:xfrm>
            <a:off x="3721608" y="2459736"/>
            <a:ext cx="2514600" cy="1508760"/>
          </a:xfrm>
          <a:prstGeom prst="roundRect">
            <a:avLst>
              <a:gd name="adj" fmla="val 4848"/>
            </a:avLst>
          </a:prstGeom>
          <a:solidFill>
            <a:srgbClr val="0B1C2D">
              <a:alpha val="95000"/>
            </a:srgbClr>
          </a:solidFill>
          <a:ln w="10160">
            <a:solidFill>
              <a:srgbClr val="5DE4E2">
                <a:alpha val="76000"/>
              </a:srgbClr>
            </a:solidFill>
            <a:prstDash val="solid"/>
          </a:ln>
        </p:spPr>
      </p:sp>
      <p:sp>
        <p:nvSpPr>
          <p:cNvPr id="39" name="Text 37"/>
          <p:cNvSpPr/>
          <p:nvPr/>
        </p:nvSpPr>
        <p:spPr>
          <a:xfrm>
            <a:off x="3813048" y="2706624"/>
            <a:ext cx="2331720" cy="374904"/>
          </a:xfrm>
          <a:prstGeom prst="rect">
            <a:avLst/>
          </a:prstGeom>
          <a:noFill/>
          <a:ln/>
        </p:spPr>
        <p:txBody>
          <a:bodyPr wrap="square" lIns="0" tIns="0" rIns="0" bIns="0" rtlCol="0" anchor="ctr">
            <a:normAutofit/>
          </a:bodyPr>
          <a:lstStyle/>
          <a:p>
            <a:pPr marL="0" indent="0" algn="ctr">
              <a:buNone/>
            </a:pPr>
            <a:r>
              <a:rPr lang="en-US" sz="1720" b="1" dirty="0">
                <a:solidFill>
                  <a:srgbClr val="F0F8FC"/>
                </a:solidFill>
                <a:latin typeface="Inter" pitchFamily="34" charset="0"/>
                <a:ea typeface="Inter" pitchFamily="34" charset="-122"/>
                <a:cs typeface="Inter" pitchFamily="34" charset="-120"/>
              </a:rPr>
              <a:t>READ HELPER</a:t>
            </a:r>
            <a:endParaRPr lang="en-US" sz="1720" dirty="0"/>
          </a:p>
        </p:txBody>
      </p:sp>
      <p:sp>
        <p:nvSpPr>
          <p:cNvPr id="40" name="Text 38"/>
          <p:cNvSpPr/>
          <p:nvPr/>
        </p:nvSpPr>
        <p:spPr>
          <a:xfrm>
            <a:off x="3813048" y="3264408"/>
            <a:ext cx="2331720" cy="274320"/>
          </a:xfrm>
          <a:prstGeom prst="rect">
            <a:avLst/>
          </a:prstGeom>
          <a:noFill/>
          <a:ln/>
        </p:spPr>
        <p:txBody>
          <a:bodyPr wrap="square" lIns="0" tIns="0" rIns="0" bIns="0" rtlCol="0" anchor="ctr">
            <a:normAutofit/>
          </a:bodyPr>
          <a:lstStyle/>
          <a:p>
            <a:pPr marL="0" indent="0" algn="ctr">
              <a:buNone/>
            </a:pPr>
            <a:r>
              <a:rPr lang="en-US" sz="1300" dirty="0">
                <a:solidFill>
                  <a:srgbClr val="B0C6D1"/>
                </a:solidFill>
                <a:latin typeface="Inter" pitchFamily="34" charset="0"/>
                <a:ea typeface="Inter" pitchFamily="34" charset="-122"/>
                <a:cs typeface="Inter" pitchFamily="34" charset="-120"/>
              </a:rPr>
              <a:t>Raw lines</a:t>
            </a:r>
            <a:endParaRPr lang="en-US" sz="1300" dirty="0"/>
          </a:p>
        </p:txBody>
      </p:sp>
      <p:sp>
        <p:nvSpPr>
          <p:cNvPr id="41" name="Text 39"/>
          <p:cNvSpPr/>
          <p:nvPr/>
        </p:nvSpPr>
        <p:spPr>
          <a:xfrm>
            <a:off x="6327648" y="2962656"/>
            <a:ext cx="228600" cy="320040"/>
          </a:xfrm>
          <a:prstGeom prst="rect">
            <a:avLst/>
          </a:prstGeom>
          <a:noFill/>
          <a:ln/>
        </p:spPr>
        <p:txBody>
          <a:bodyPr wrap="square" lIns="0" tIns="0" rIns="0" bIns="0" rtlCol="0" anchor="ctr">
            <a:normAutofit/>
          </a:bodyPr>
          <a:lstStyle/>
          <a:p>
            <a:pPr marL="0" indent="0">
              <a:buNone/>
            </a:pPr>
            <a:r>
              <a:rPr lang="en-US" sz="1900" dirty="0">
                <a:solidFill>
                  <a:srgbClr val="5DE4E2"/>
                </a:solidFill>
                <a:latin typeface="Inter" pitchFamily="34" charset="0"/>
                <a:ea typeface="Inter" pitchFamily="34" charset="-122"/>
                <a:cs typeface="Inter" pitchFamily="34" charset="-120"/>
              </a:rPr>
              <a:t>→</a:t>
            </a:r>
            <a:endParaRPr lang="en-US" sz="1900" dirty="0"/>
          </a:p>
        </p:txBody>
      </p:sp>
      <p:sp>
        <p:nvSpPr>
          <p:cNvPr id="42" name="Shape 40"/>
          <p:cNvSpPr/>
          <p:nvPr/>
        </p:nvSpPr>
        <p:spPr>
          <a:xfrm>
            <a:off x="6629400" y="2459736"/>
            <a:ext cx="2514600" cy="1508760"/>
          </a:xfrm>
          <a:prstGeom prst="roundRect">
            <a:avLst>
              <a:gd name="adj" fmla="val 4848"/>
            </a:avLst>
          </a:prstGeom>
          <a:solidFill>
            <a:srgbClr val="0B1C2D">
              <a:alpha val="95000"/>
            </a:srgbClr>
          </a:solidFill>
          <a:ln w="10160">
            <a:solidFill>
              <a:srgbClr val="FFC26E">
                <a:alpha val="76000"/>
              </a:srgbClr>
            </a:solidFill>
            <a:prstDash val="solid"/>
          </a:ln>
        </p:spPr>
      </p:sp>
      <p:sp>
        <p:nvSpPr>
          <p:cNvPr id="43" name="Text 41"/>
          <p:cNvSpPr/>
          <p:nvPr/>
        </p:nvSpPr>
        <p:spPr>
          <a:xfrm>
            <a:off x="6720840" y="2706624"/>
            <a:ext cx="2331720" cy="374904"/>
          </a:xfrm>
          <a:prstGeom prst="rect">
            <a:avLst/>
          </a:prstGeom>
          <a:noFill/>
          <a:ln/>
        </p:spPr>
        <p:txBody>
          <a:bodyPr wrap="square" lIns="0" tIns="0" rIns="0" bIns="0" rtlCol="0" anchor="ctr">
            <a:normAutofit/>
          </a:bodyPr>
          <a:lstStyle/>
          <a:p>
            <a:pPr marL="0" indent="0" algn="ctr">
              <a:buNone/>
            </a:pPr>
            <a:r>
              <a:rPr lang="en-US" sz="1720" b="1" dirty="0">
                <a:solidFill>
                  <a:srgbClr val="FFC26E"/>
                </a:solidFill>
                <a:latin typeface="Inter" pitchFamily="34" charset="0"/>
                <a:ea typeface="Inter" pitchFamily="34" charset="-122"/>
                <a:cs typeface="Inter" pitchFamily="34" charset="-120"/>
              </a:rPr>
              <a:t>RECONSTRUCTOR</a:t>
            </a:r>
            <a:endParaRPr lang="en-US" sz="1720" dirty="0"/>
          </a:p>
        </p:txBody>
      </p:sp>
      <p:sp>
        <p:nvSpPr>
          <p:cNvPr id="44" name="Text 42"/>
          <p:cNvSpPr/>
          <p:nvPr/>
        </p:nvSpPr>
        <p:spPr>
          <a:xfrm>
            <a:off x="6720840" y="3264408"/>
            <a:ext cx="2331720" cy="274320"/>
          </a:xfrm>
          <a:prstGeom prst="rect">
            <a:avLst/>
          </a:prstGeom>
          <a:noFill/>
          <a:ln/>
        </p:spPr>
        <p:txBody>
          <a:bodyPr wrap="square" lIns="0" tIns="0" rIns="0" bIns="0" rtlCol="0" anchor="ctr">
            <a:normAutofit/>
          </a:bodyPr>
          <a:lstStyle/>
          <a:p>
            <a:pPr marL="0" indent="0" algn="ctr">
              <a:buNone/>
            </a:pPr>
            <a:r>
              <a:rPr lang="en-US" sz="1300" dirty="0">
                <a:solidFill>
                  <a:srgbClr val="B0C6D1"/>
                </a:solidFill>
                <a:latin typeface="Inter" pitchFamily="34" charset="0"/>
                <a:ea typeface="Inter" pitchFamily="34" charset="-122"/>
                <a:cs typeface="Inter" pitchFamily="34" charset="-120"/>
              </a:rPr>
              <a:t>Your code</a:t>
            </a:r>
            <a:endParaRPr lang="en-US" sz="1300" dirty="0"/>
          </a:p>
        </p:txBody>
      </p:sp>
      <p:sp>
        <p:nvSpPr>
          <p:cNvPr id="45" name="Text 43"/>
          <p:cNvSpPr/>
          <p:nvPr/>
        </p:nvSpPr>
        <p:spPr>
          <a:xfrm>
            <a:off x="9235440" y="2962656"/>
            <a:ext cx="228600" cy="320040"/>
          </a:xfrm>
          <a:prstGeom prst="rect">
            <a:avLst/>
          </a:prstGeom>
          <a:noFill/>
          <a:ln/>
        </p:spPr>
        <p:txBody>
          <a:bodyPr wrap="square" lIns="0" tIns="0" rIns="0" bIns="0" rtlCol="0" anchor="ctr">
            <a:normAutofit/>
          </a:bodyPr>
          <a:lstStyle/>
          <a:p>
            <a:pPr marL="0" indent="0">
              <a:buNone/>
            </a:pPr>
            <a:r>
              <a:rPr lang="en-US" sz="1900" dirty="0">
                <a:solidFill>
                  <a:srgbClr val="5DE4E2"/>
                </a:solidFill>
                <a:latin typeface="Inter" pitchFamily="34" charset="0"/>
                <a:ea typeface="Inter" pitchFamily="34" charset="-122"/>
                <a:cs typeface="Inter" pitchFamily="34" charset="-120"/>
              </a:rPr>
              <a:t>→</a:t>
            </a:r>
            <a:endParaRPr lang="en-US" sz="1900" dirty="0"/>
          </a:p>
        </p:txBody>
      </p:sp>
      <p:sp>
        <p:nvSpPr>
          <p:cNvPr id="46" name="Shape 44"/>
          <p:cNvSpPr/>
          <p:nvPr/>
        </p:nvSpPr>
        <p:spPr>
          <a:xfrm>
            <a:off x="9473184" y="2459736"/>
            <a:ext cx="1938528" cy="1508760"/>
          </a:xfrm>
          <a:prstGeom prst="roundRect">
            <a:avLst>
              <a:gd name="adj" fmla="val 4848"/>
            </a:avLst>
          </a:prstGeom>
          <a:solidFill>
            <a:srgbClr val="0B1C2D">
              <a:alpha val="95000"/>
            </a:srgbClr>
          </a:solidFill>
          <a:ln w="10160">
            <a:solidFill>
              <a:srgbClr val="5DE4E2">
                <a:alpha val="76000"/>
              </a:srgbClr>
            </a:solidFill>
            <a:prstDash val="solid"/>
          </a:ln>
        </p:spPr>
      </p:sp>
      <p:sp>
        <p:nvSpPr>
          <p:cNvPr id="47" name="Text 45"/>
          <p:cNvSpPr/>
          <p:nvPr/>
        </p:nvSpPr>
        <p:spPr>
          <a:xfrm>
            <a:off x="9564624" y="2706624"/>
            <a:ext cx="1755648" cy="374904"/>
          </a:xfrm>
          <a:prstGeom prst="rect">
            <a:avLst/>
          </a:prstGeom>
          <a:noFill/>
          <a:ln/>
        </p:spPr>
        <p:txBody>
          <a:bodyPr wrap="square" lIns="0" tIns="0" rIns="0" bIns="0" rtlCol="0" anchor="ctr">
            <a:normAutofit/>
          </a:bodyPr>
          <a:lstStyle/>
          <a:p>
            <a:pPr marL="0" indent="0" algn="ctr">
              <a:buNone/>
            </a:pPr>
            <a:r>
              <a:rPr lang="en-US" sz="1720" b="1" dirty="0">
                <a:solidFill>
                  <a:srgbClr val="F0F8FC"/>
                </a:solidFill>
                <a:latin typeface="Inter" pitchFamily="34" charset="0"/>
                <a:ea typeface="Inter" pitchFamily="34" charset="-122"/>
                <a:cs typeface="Inter" pitchFamily="34" charset="-120"/>
              </a:rPr>
              <a:t>MESSAGE</a:t>
            </a:r>
            <a:endParaRPr lang="en-US" sz="1720" dirty="0"/>
          </a:p>
        </p:txBody>
      </p:sp>
      <p:sp>
        <p:nvSpPr>
          <p:cNvPr id="48" name="Text 46"/>
          <p:cNvSpPr/>
          <p:nvPr/>
        </p:nvSpPr>
        <p:spPr>
          <a:xfrm>
            <a:off x="9564624" y="3264408"/>
            <a:ext cx="1755648" cy="274320"/>
          </a:xfrm>
          <a:prstGeom prst="rect">
            <a:avLst/>
          </a:prstGeom>
          <a:noFill/>
          <a:ln/>
        </p:spPr>
        <p:txBody>
          <a:bodyPr wrap="square" lIns="0" tIns="0" rIns="0" bIns="0" rtlCol="0" anchor="ctr">
            <a:normAutofit/>
          </a:bodyPr>
          <a:lstStyle/>
          <a:p>
            <a:pPr marL="0" indent="0" algn="ctr">
              <a:buNone/>
            </a:pPr>
            <a:r>
              <a:rPr lang="en-US" sz="1300" dirty="0">
                <a:solidFill>
                  <a:srgbClr val="B0C6D1"/>
                </a:solidFill>
                <a:latin typeface="Inter" pitchFamily="34" charset="0"/>
                <a:ea typeface="Inter" pitchFamily="34" charset="-122"/>
                <a:cs typeface="Inter" pitchFamily="34" charset="-120"/>
              </a:rPr>
              <a:t>String</a:t>
            </a:r>
            <a:endParaRPr lang="en-US" sz="1300" dirty="0"/>
          </a:p>
        </p:txBody>
      </p:sp>
      <p:sp>
        <p:nvSpPr>
          <p:cNvPr id="49" name="Shape 47"/>
          <p:cNvSpPr/>
          <p:nvPr/>
        </p:nvSpPr>
        <p:spPr>
          <a:xfrm>
            <a:off x="1234440" y="4617720"/>
            <a:ext cx="9692640" cy="886968"/>
          </a:xfrm>
          <a:prstGeom prst="roundRect">
            <a:avLst>
              <a:gd name="adj" fmla="val 8247"/>
            </a:avLst>
          </a:prstGeom>
          <a:solidFill>
            <a:srgbClr val="0C2B32">
              <a:alpha val="95000"/>
            </a:srgbClr>
          </a:solidFill>
          <a:ln w="10160">
            <a:solidFill>
              <a:srgbClr val="70E3B1">
                <a:alpha val="76000"/>
              </a:srgbClr>
            </a:solidFill>
            <a:prstDash val="solid"/>
          </a:ln>
        </p:spPr>
      </p:sp>
      <p:sp>
        <p:nvSpPr>
          <p:cNvPr id="50" name="Text 48"/>
          <p:cNvSpPr/>
          <p:nvPr/>
        </p:nvSpPr>
        <p:spPr>
          <a:xfrm>
            <a:off x="1536192" y="4818888"/>
            <a:ext cx="1883664" cy="310896"/>
          </a:xfrm>
          <a:prstGeom prst="rect">
            <a:avLst/>
          </a:prstGeom>
          <a:noFill/>
          <a:ln/>
        </p:spPr>
        <p:txBody>
          <a:bodyPr wrap="square" lIns="0" tIns="0" rIns="0" bIns="0" rtlCol="0" anchor="ctr">
            <a:normAutofit/>
          </a:bodyPr>
          <a:lstStyle/>
          <a:p>
            <a:pPr marL="0" indent="0">
              <a:buNone/>
            </a:pPr>
            <a:r>
              <a:rPr lang="en-US" sz="1600" b="1" dirty="0">
                <a:solidFill>
                  <a:srgbClr val="70E3B1"/>
                </a:solidFill>
                <a:latin typeface="Inter" pitchFamily="34" charset="0"/>
                <a:ea typeface="Inter" pitchFamily="34" charset="-122"/>
                <a:cs typeface="Inter" pitchFamily="34" charset="-120"/>
              </a:rPr>
              <a:t>UNIT TESTS</a:t>
            </a:r>
            <a:endParaRPr lang="en-US" sz="1600" dirty="0"/>
          </a:p>
        </p:txBody>
      </p:sp>
      <p:sp>
        <p:nvSpPr>
          <p:cNvPr id="51" name="Text 49"/>
          <p:cNvSpPr/>
          <p:nvPr/>
        </p:nvSpPr>
        <p:spPr>
          <a:xfrm>
            <a:off x="3383280" y="4791456"/>
            <a:ext cx="6858000" cy="411480"/>
          </a:xfrm>
          <a:prstGeom prst="rect">
            <a:avLst/>
          </a:prstGeom>
          <a:noFill/>
          <a:ln/>
        </p:spPr>
        <p:txBody>
          <a:bodyPr wrap="square" lIns="0" tIns="0" rIns="0" bIns="0" rtlCol="0" anchor="ctr">
            <a:normAutofit/>
          </a:bodyPr>
          <a:lstStyle/>
          <a:p>
            <a:pPr marL="0" indent="0">
              <a:buNone/>
            </a:pPr>
            <a:r>
              <a:rPr lang="en-US" sz="1600" dirty="0">
                <a:solidFill>
                  <a:srgbClr val="F0F8FC"/>
                </a:solidFill>
                <a:latin typeface="Inter" pitchFamily="34" charset="0"/>
                <a:ea typeface="Inter" pitchFamily="34" charset="-122"/>
                <a:cs typeface="Inter" pitchFamily="34" charset="-120"/>
              </a:rPr>
              <a:t>valid raw lines in memory  →  reconstruction  →  asserted string</a:t>
            </a:r>
            <a:endParaRPr lang="en-US" sz="1600" dirty="0"/>
          </a:p>
        </p:txBody>
      </p:sp>
      <p:sp>
        <p:nvSpPr>
          <p:cNvPr id="52" name="Text 50"/>
          <p:cNvSpPr/>
          <p:nvPr/>
        </p:nvSpPr>
        <p:spPr>
          <a:xfrm>
            <a:off x="1051560" y="5852160"/>
            <a:ext cx="10058400" cy="365760"/>
          </a:xfrm>
          <a:prstGeom prst="rect">
            <a:avLst/>
          </a:prstGeom>
          <a:noFill/>
          <a:ln/>
        </p:spPr>
        <p:txBody>
          <a:bodyPr wrap="square" lIns="0" tIns="0" rIns="0" bIns="0" rtlCol="0" anchor="ctr">
            <a:normAutofit/>
          </a:bodyPr>
          <a:lstStyle/>
          <a:p>
            <a:pPr marL="0" indent="0" algn="ctr">
              <a:buNone/>
            </a:pPr>
            <a:r>
              <a:rPr lang="en-US" sz="1600" dirty="0">
                <a:solidFill>
                  <a:srgbClr val="B0C6D1"/>
                </a:solidFill>
                <a:latin typeface="Inter" pitchFamily="34" charset="0"/>
                <a:ea typeface="Inter" pitchFamily="34" charset="-122"/>
                <a:cs typeface="Inter" pitchFamily="34" charset="-120"/>
              </a:rPr>
              <a:t>File helpers are already provided. Replace the intentionally failing placeholder test.</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5255355" y="4422533"/>
            <a:ext cx="17819" cy="17819"/>
          </a:xfrm>
          <a:prstGeom prst="ellipse">
            <a:avLst/>
          </a:prstGeom>
          <a:solidFill>
            <a:srgbClr val="5DE4E2">
              <a:alpha val="55000"/>
            </a:srgbClr>
          </a:solidFill>
          <a:ln w="12700">
            <a:solidFill>
              <a:srgbClr val="071321">
                <a:alpha val="0"/>
              </a:srgbClr>
            </a:solidFill>
            <a:prstDash val="solid"/>
          </a:ln>
        </p:spPr>
      </p:sp>
      <p:sp>
        <p:nvSpPr>
          <p:cNvPr id="3" name="Shape 1"/>
          <p:cNvSpPr/>
          <p:nvPr/>
        </p:nvSpPr>
        <p:spPr>
          <a:xfrm>
            <a:off x="636008" y="4836374"/>
            <a:ext cx="15257" cy="15257"/>
          </a:xfrm>
          <a:prstGeom prst="ellipse">
            <a:avLst/>
          </a:prstGeom>
          <a:solidFill>
            <a:srgbClr val="D3E2ED">
              <a:alpha val="30000"/>
            </a:srgbClr>
          </a:solidFill>
          <a:ln w="12700">
            <a:solidFill>
              <a:srgbClr val="071321">
                <a:alpha val="0"/>
              </a:srgbClr>
            </a:solidFill>
            <a:prstDash val="solid"/>
          </a:ln>
        </p:spPr>
      </p:sp>
      <p:sp>
        <p:nvSpPr>
          <p:cNvPr id="4" name="Shape 2"/>
          <p:cNvSpPr/>
          <p:nvPr/>
        </p:nvSpPr>
        <p:spPr>
          <a:xfrm>
            <a:off x="10852988" y="4538765"/>
            <a:ext cx="9940" cy="9940"/>
          </a:xfrm>
          <a:prstGeom prst="ellipse">
            <a:avLst/>
          </a:prstGeom>
          <a:solidFill>
            <a:srgbClr val="D3E2ED">
              <a:alpha val="30000"/>
            </a:srgbClr>
          </a:solidFill>
          <a:ln w="12700">
            <a:solidFill>
              <a:srgbClr val="071321">
                <a:alpha val="0"/>
              </a:srgbClr>
            </a:solidFill>
            <a:prstDash val="solid"/>
          </a:ln>
        </p:spPr>
      </p:sp>
      <p:sp>
        <p:nvSpPr>
          <p:cNvPr id="5" name="Shape 3"/>
          <p:cNvSpPr/>
          <p:nvPr/>
        </p:nvSpPr>
        <p:spPr>
          <a:xfrm>
            <a:off x="4162104" y="4608782"/>
            <a:ext cx="17240" cy="17240"/>
          </a:xfrm>
          <a:prstGeom prst="ellipse">
            <a:avLst/>
          </a:prstGeom>
          <a:solidFill>
            <a:srgbClr val="D3E2ED">
              <a:alpha val="30000"/>
            </a:srgbClr>
          </a:solidFill>
          <a:ln w="12700">
            <a:solidFill>
              <a:srgbClr val="071321">
                <a:alpha val="0"/>
              </a:srgbClr>
            </a:solidFill>
            <a:prstDash val="solid"/>
          </a:ln>
        </p:spPr>
      </p:sp>
      <p:sp>
        <p:nvSpPr>
          <p:cNvPr id="6" name="Shape 4"/>
          <p:cNvSpPr/>
          <p:nvPr/>
        </p:nvSpPr>
        <p:spPr>
          <a:xfrm>
            <a:off x="3714840" y="2052089"/>
            <a:ext cx="12225" cy="12225"/>
          </a:xfrm>
          <a:prstGeom prst="ellipse">
            <a:avLst/>
          </a:prstGeom>
          <a:solidFill>
            <a:srgbClr val="D3E2ED">
              <a:alpha val="30000"/>
            </a:srgbClr>
          </a:solidFill>
          <a:ln w="12700">
            <a:solidFill>
              <a:srgbClr val="071321">
                <a:alpha val="0"/>
              </a:srgbClr>
            </a:solidFill>
            <a:prstDash val="solid"/>
          </a:ln>
        </p:spPr>
      </p:sp>
      <p:sp>
        <p:nvSpPr>
          <p:cNvPr id="7" name="Shape 5"/>
          <p:cNvSpPr/>
          <p:nvPr/>
        </p:nvSpPr>
        <p:spPr>
          <a:xfrm>
            <a:off x="4162025" y="3702238"/>
            <a:ext cx="16186" cy="16186"/>
          </a:xfrm>
          <a:prstGeom prst="ellipse">
            <a:avLst/>
          </a:prstGeom>
          <a:solidFill>
            <a:srgbClr val="D3E2ED">
              <a:alpha val="30000"/>
            </a:srgbClr>
          </a:solidFill>
          <a:ln w="12700">
            <a:solidFill>
              <a:srgbClr val="071321">
                <a:alpha val="0"/>
              </a:srgbClr>
            </a:solidFill>
            <a:prstDash val="solid"/>
          </a:ln>
        </p:spPr>
      </p:sp>
      <p:sp>
        <p:nvSpPr>
          <p:cNvPr id="8" name="Shape 6"/>
          <p:cNvSpPr/>
          <p:nvPr/>
        </p:nvSpPr>
        <p:spPr>
          <a:xfrm>
            <a:off x="2515649" y="6035912"/>
            <a:ext cx="16935" cy="16935"/>
          </a:xfrm>
          <a:prstGeom prst="ellipse">
            <a:avLst/>
          </a:prstGeom>
          <a:solidFill>
            <a:srgbClr val="D3E2ED">
              <a:alpha val="30000"/>
            </a:srgbClr>
          </a:solidFill>
          <a:ln w="12700">
            <a:solidFill>
              <a:srgbClr val="071321">
                <a:alpha val="0"/>
              </a:srgbClr>
            </a:solidFill>
            <a:prstDash val="solid"/>
          </a:ln>
        </p:spPr>
      </p:sp>
      <p:sp>
        <p:nvSpPr>
          <p:cNvPr id="9" name="Shape 7"/>
          <p:cNvSpPr/>
          <p:nvPr/>
        </p:nvSpPr>
        <p:spPr>
          <a:xfrm>
            <a:off x="7957049" y="3457269"/>
            <a:ext cx="15502" cy="15502"/>
          </a:xfrm>
          <a:prstGeom prst="ellipse">
            <a:avLst/>
          </a:prstGeom>
          <a:solidFill>
            <a:srgbClr val="5DE4E2">
              <a:alpha val="55000"/>
            </a:srgbClr>
          </a:solidFill>
          <a:ln w="12700">
            <a:solidFill>
              <a:srgbClr val="071321">
                <a:alpha val="0"/>
              </a:srgbClr>
            </a:solidFill>
            <a:prstDash val="solid"/>
          </a:ln>
        </p:spPr>
      </p:sp>
      <p:sp>
        <p:nvSpPr>
          <p:cNvPr id="10" name="Shape 8"/>
          <p:cNvSpPr/>
          <p:nvPr/>
        </p:nvSpPr>
        <p:spPr>
          <a:xfrm>
            <a:off x="7293566" y="521635"/>
            <a:ext cx="12246" cy="12246"/>
          </a:xfrm>
          <a:prstGeom prst="ellipse">
            <a:avLst/>
          </a:prstGeom>
          <a:solidFill>
            <a:srgbClr val="D3E2ED">
              <a:alpha val="30000"/>
            </a:srgbClr>
          </a:solidFill>
          <a:ln w="12700">
            <a:solidFill>
              <a:srgbClr val="071321">
                <a:alpha val="0"/>
              </a:srgbClr>
            </a:solidFill>
            <a:prstDash val="solid"/>
          </a:ln>
        </p:spPr>
      </p:sp>
      <p:sp>
        <p:nvSpPr>
          <p:cNvPr id="11" name="Shape 9"/>
          <p:cNvSpPr/>
          <p:nvPr/>
        </p:nvSpPr>
        <p:spPr>
          <a:xfrm>
            <a:off x="6905703" y="5551780"/>
            <a:ext cx="9315" cy="9315"/>
          </a:xfrm>
          <a:prstGeom prst="ellipse">
            <a:avLst/>
          </a:prstGeom>
          <a:solidFill>
            <a:srgbClr val="D3E2ED">
              <a:alpha val="30000"/>
            </a:srgbClr>
          </a:solidFill>
          <a:ln w="12700">
            <a:solidFill>
              <a:srgbClr val="071321">
                <a:alpha val="0"/>
              </a:srgbClr>
            </a:solidFill>
            <a:prstDash val="solid"/>
          </a:ln>
        </p:spPr>
      </p:sp>
      <p:sp>
        <p:nvSpPr>
          <p:cNvPr id="12" name="Shape 10"/>
          <p:cNvSpPr/>
          <p:nvPr/>
        </p:nvSpPr>
        <p:spPr>
          <a:xfrm>
            <a:off x="3691841" y="6186946"/>
            <a:ext cx="14482" cy="14482"/>
          </a:xfrm>
          <a:prstGeom prst="ellipse">
            <a:avLst/>
          </a:prstGeom>
          <a:solidFill>
            <a:srgbClr val="D3E2ED">
              <a:alpha val="30000"/>
            </a:srgbClr>
          </a:solidFill>
          <a:ln w="12700">
            <a:solidFill>
              <a:srgbClr val="071321">
                <a:alpha val="0"/>
              </a:srgbClr>
            </a:solidFill>
            <a:prstDash val="solid"/>
          </a:ln>
        </p:spPr>
      </p:sp>
      <p:sp>
        <p:nvSpPr>
          <p:cNvPr id="13" name="Shape 11"/>
          <p:cNvSpPr/>
          <p:nvPr/>
        </p:nvSpPr>
        <p:spPr>
          <a:xfrm>
            <a:off x="6082850" y="2457327"/>
            <a:ext cx="14877" cy="14877"/>
          </a:xfrm>
          <a:prstGeom prst="ellipse">
            <a:avLst/>
          </a:prstGeom>
          <a:solidFill>
            <a:srgbClr val="D3E2ED">
              <a:alpha val="30000"/>
            </a:srgbClr>
          </a:solidFill>
          <a:ln w="12700">
            <a:solidFill>
              <a:srgbClr val="071321">
                <a:alpha val="0"/>
              </a:srgbClr>
            </a:solidFill>
            <a:prstDash val="solid"/>
          </a:ln>
        </p:spPr>
      </p:sp>
      <p:sp>
        <p:nvSpPr>
          <p:cNvPr id="14" name="Shape 12"/>
          <p:cNvSpPr/>
          <p:nvPr/>
        </p:nvSpPr>
        <p:spPr>
          <a:xfrm>
            <a:off x="9410998" y="2525090"/>
            <a:ext cx="15900" cy="15900"/>
          </a:xfrm>
          <a:prstGeom prst="ellipse">
            <a:avLst/>
          </a:prstGeom>
          <a:solidFill>
            <a:srgbClr val="D3E2ED">
              <a:alpha val="30000"/>
            </a:srgbClr>
          </a:solidFill>
          <a:ln w="12700">
            <a:solidFill>
              <a:srgbClr val="071321">
                <a:alpha val="0"/>
              </a:srgbClr>
            </a:solidFill>
            <a:prstDash val="solid"/>
          </a:ln>
        </p:spPr>
      </p:sp>
      <p:sp>
        <p:nvSpPr>
          <p:cNvPr id="15" name="Shape 13"/>
          <p:cNvSpPr/>
          <p:nvPr/>
        </p:nvSpPr>
        <p:spPr>
          <a:xfrm>
            <a:off x="6878149" y="4639898"/>
            <a:ext cx="16677" cy="16677"/>
          </a:xfrm>
          <a:prstGeom prst="ellipse">
            <a:avLst/>
          </a:prstGeom>
          <a:solidFill>
            <a:srgbClr val="D3E2ED">
              <a:alpha val="30000"/>
            </a:srgbClr>
          </a:solidFill>
          <a:ln w="12700">
            <a:solidFill>
              <a:srgbClr val="071321">
                <a:alpha val="0"/>
              </a:srgbClr>
            </a:solidFill>
            <a:prstDash val="solid"/>
          </a:ln>
        </p:spPr>
      </p:sp>
      <p:sp>
        <p:nvSpPr>
          <p:cNvPr id="16" name="Shape 14"/>
          <p:cNvSpPr/>
          <p:nvPr/>
        </p:nvSpPr>
        <p:spPr>
          <a:xfrm>
            <a:off x="8839768" y="5808139"/>
            <a:ext cx="10259" cy="10259"/>
          </a:xfrm>
          <a:prstGeom prst="ellipse">
            <a:avLst/>
          </a:prstGeom>
          <a:solidFill>
            <a:srgbClr val="5DE4E2">
              <a:alpha val="55000"/>
            </a:srgbClr>
          </a:solidFill>
          <a:ln w="12700">
            <a:solidFill>
              <a:srgbClr val="071321">
                <a:alpha val="0"/>
              </a:srgbClr>
            </a:solidFill>
            <a:prstDash val="solid"/>
          </a:ln>
        </p:spPr>
      </p:sp>
      <p:sp>
        <p:nvSpPr>
          <p:cNvPr id="17" name="Shape 15"/>
          <p:cNvSpPr/>
          <p:nvPr/>
        </p:nvSpPr>
        <p:spPr>
          <a:xfrm>
            <a:off x="4578418" y="4900932"/>
            <a:ext cx="12432" cy="12432"/>
          </a:xfrm>
          <a:prstGeom prst="ellipse">
            <a:avLst/>
          </a:prstGeom>
          <a:solidFill>
            <a:srgbClr val="D3E2ED">
              <a:alpha val="30000"/>
            </a:srgbClr>
          </a:solidFill>
          <a:ln w="12700">
            <a:solidFill>
              <a:srgbClr val="071321">
                <a:alpha val="0"/>
              </a:srgbClr>
            </a:solidFill>
            <a:prstDash val="solid"/>
          </a:ln>
        </p:spPr>
      </p:sp>
      <p:sp>
        <p:nvSpPr>
          <p:cNvPr id="18" name="Shape 16"/>
          <p:cNvSpPr/>
          <p:nvPr/>
        </p:nvSpPr>
        <p:spPr>
          <a:xfrm>
            <a:off x="7833198" y="4492097"/>
            <a:ext cx="9256" cy="9256"/>
          </a:xfrm>
          <a:prstGeom prst="ellipse">
            <a:avLst/>
          </a:prstGeom>
          <a:solidFill>
            <a:srgbClr val="D3E2ED">
              <a:alpha val="30000"/>
            </a:srgbClr>
          </a:solidFill>
          <a:ln w="12700">
            <a:solidFill>
              <a:srgbClr val="071321">
                <a:alpha val="0"/>
              </a:srgbClr>
            </a:solidFill>
            <a:prstDash val="solid"/>
          </a:ln>
        </p:spPr>
      </p:sp>
      <p:sp>
        <p:nvSpPr>
          <p:cNvPr id="19" name="Shape 17"/>
          <p:cNvSpPr/>
          <p:nvPr/>
        </p:nvSpPr>
        <p:spPr>
          <a:xfrm>
            <a:off x="7809487" y="5351857"/>
            <a:ext cx="14313" cy="14313"/>
          </a:xfrm>
          <a:prstGeom prst="ellipse">
            <a:avLst/>
          </a:prstGeom>
          <a:solidFill>
            <a:srgbClr val="D3E2ED">
              <a:alpha val="30000"/>
            </a:srgbClr>
          </a:solidFill>
          <a:ln w="12700">
            <a:solidFill>
              <a:srgbClr val="071321">
                <a:alpha val="0"/>
              </a:srgbClr>
            </a:solidFill>
            <a:prstDash val="solid"/>
          </a:ln>
        </p:spPr>
      </p:sp>
      <p:sp>
        <p:nvSpPr>
          <p:cNvPr id="20" name="Shape 18"/>
          <p:cNvSpPr/>
          <p:nvPr/>
        </p:nvSpPr>
        <p:spPr>
          <a:xfrm>
            <a:off x="8552052" y="4751702"/>
            <a:ext cx="16441" cy="16441"/>
          </a:xfrm>
          <a:prstGeom prst="ellipse">
            <a:avLst/>
          </a:prstGeom>
          <a:solidFill>
            <a:srgbClr val="D3E2ED">
              <a:alpha val="30000"/>
            </a:srgbClr>
          </a:solidFill>
          <a:ln w="12700">
            <a:solidFill>
              <a:srgbClr val="071321">
                <a:alpha val="0"/>
              </a:srgbClr>
            </a:solidFill>
            <a:prstDash val="solid"/>
          </a:ln>
        </p:spPr>
      </p:sp>
      <p:sp>
        <p:nvSpPr>
          <p:cNvPr id="21" name="Shape 19"/>
          <p:cNvSpPr/>
          <p:nvPr/>
        </p:nvSpPr>
        <p:spPr>
          <a:xfrm>
            <a:off x="3417078" y="3486855"/>
            <a:ext cx="7971" cy="7971"/>
          </a:xfrm>
          <a:prstGeom prst="ellipse">
            <a:avLst/>
          </a:prstGeom>
          <a:solidFill>
            <a:srgbClr val="D3E2ED">
              <a:alpha val="30000"/>
            </a:srgbClr>
          </a:solidFill>
          <a:ln w="12700">
            <a:solidFill>
              <a:srgbClr val="071321">
                <a:alpha val="0"/>
              </a:srgbClr>
            </a:solidFill>
            <a:prstDash val="solid"/>
          </a:ln>
        </p:spPr>
      </p:sp>
      <p:sp>
        <p:nvSpPr>
          <p:cNvPr id="22" name="Shape 20"/>
          <p:cNvSpPr/>
          <p:nvPr/>
        </p:nvSpPr>
        <p:spPr>
          <a:xfrm>
            <a:off x="3099726" y="2408692"/>
            <a:ext cx="16084" cy="16084"/>
          </a:xfrm>
          <a:prstGeom prst="ellipse">
            <a:avLst/>
          </a:prstGeom>
          <a:solidFill>
            <a:srgbClr val="D3E2ED">
              <a:alpha val="30000"/>
            </a:srgbClr>
          </a:solidFill>
          <a:ln w="12700">
            <a:solidFill>
              <a:srgbClr val="071321">
                <a:alpha val="0"/>
              </a:srgbClr>
            </a:solidFill>
            <a:prstDash val="solid"/>
          </a:ln>
        </p:spPr>
      </p:sp>
      <p:sp>
        <p:nvSpPr>
          <p:cNvPr id="23" name="Shape 21"/>
          <p:cNvSpPr/>
          <p:nvPr/>
        </p:nvSpPr>
        <p:spPr>
          <a:xfrm>
            <a:off x="4083776" y="4399300"/>
            <a:ext cx="14262" cy="14262"/>
          </a:xfrm>
          <a:prstGeom prst="ellipse">
            <a:avLst/>
          </a:prstGeom>
          <a:solidFill>
            <a:srgbClr val="5DE4E2">
              <a:alpha val="55000"/>
            </a:srgbClr>
          </a:solidFill>
          <a:ln w="12700">
            <a:solidFill>
              <a:srgbClr val="071321">
                <a:alpha val="0"/>
              </a:srgbClr>
            </a:solidFill>
            <a:prstDash val="solid"/>
          </a:ln>
        </p:spPr>
      </p:sp>
      <p:sp>
        <p:nvSpPr>
          <p:cNvPr id="24" name="Shape 22"/>
          <p:cNvSpPr/>
          <p:nvPr/>
        </p:nvSpPr>
        <p:spPr>
          <a:xfrm>
            <a:off x="3378176" y="5942721"/>
            <a:ext cx="12387" cy="12387"/>
          </a:xfrm>
          <a:prstGeom prst="ellipse">
            <a:avLst/>
          </a:prstGeom>
          <a:solidFill>
            <a:srgbClr val="D3E2ED">
              <a:alpha val="30000"/>
            </a:srgbClr>
          </a:solidFill>
          <a:ln w="12700">
            <a:solidFill>
              <a:srgbClr val="071321">
                <a:alpha val="0"/>
              </a:srgbClr>
            </a:solidFill>
            <a:prstDash val="solid"/>
          </a:ln>
        </p:spPr>
      </p:sp>
      <p:sp>
        <p:nvSpPr>
          <p:cNvPr id="25" name="Shape 23"/>
          <p:cNvSpPr/>
          <p:nvPr/>
        </p:nvSpPr>
        <p:spPr>
          <a:xfrm>
            <a:off x="1744250" y="1164581"/>
            <a:ext cx="13408" cy="13408"/>
          </a:xfrm>
          <a:prstGeom prst="ellipse">
            <a:avLst/>
          </a:prstGeom>
          <a:solidFill>
            <a:srgbClr val="D3E2ED">
              <a:alpha val="30000"/>
            </a:srgbClr>
          </a:solidFill>
          <a:ln w="12700">
            <a:solidFill>
              <a:srgbClr val="071321">
                <a:alpha val="0"/>
              </a:srgbClr>
            </a:solidFill>
            <a:prstDash val="solid"/>
          </a:ln>
        </p:spPr>
      </p:sp>
      <p:sp>
        <p:nvSpPr>
          <p:cNvPr id="26" name="Shape 24"/>
          <p:cNvSpPr/>
          <p:nvPr/>
        </p:nvSpPr>
        <p:spPr>
          <a:xfrm>
            <a:off x="0" y="0"/>
            <a:ext cx="12192000" cy="6858000"/>
          </a:xfrm>
          <a:prstGeom prst="rect">
            <a:avLst/>
          </a:prstGeom>
          <a:solidFill>
            <a:srgbClr val="071321">
              <a:alpha val="89000"/>
            </a:srgbClr>
          </a:solidFill>
          <a:ln w="12700">
            <a:solidFill>
              <a:srgbClr val="071321">
                <a:alpha val="0"/>
              </a:srgbClr>
            </a:solidFill>
            <a:prstDash val="solid"/>
          </a:ln>
        </p:spPr>
      </p:sp>
      <p:sp>
        <p:nvSpPr>
          <p:cNvPr id="27" name="Text 25"/>
          <p:cNvSpPr/>
          <p:nvPr/>
        </p:nvSpPr>
        <p:spPr>
          <a:xfrm>
            <a:off x="612648" y="347472"/>
            <a:ext cx="10058400" cy="274320"/>
          </a:xfrm>
          <a:prstGeom prst="rect">
            <a:avLst/>
          </a:prstGeom>
          <a:noFill/>
          <a:ln/>
        </p:spPr>
        <p:txBody>
          <a:bodyPr wrap="square" lIns="0" tIns="0" rIns="0" bIns="0" rtlCol="0" anchor="ctr">
            <a:normAutofit/>
          </a:bodyPr>
          <a:lstStyle/>
          <a:p>
            <a:pPr marL="0" indent="0">
              <a:buNone/>
            </a:pPr>
            <a:r>
              <a:rPr lang="en-US" sz="950" b="1" kern="0" spc="220" dirty="0">
                <a:solidFill>
                  <a:srgbClr val="5DE4E2"/>
                </a:solidFill>
                <a:latin typeface="Inter" pitchFamily="34" charset="0"/>
                <a:ea typeface="Inter" pitchFamily="34" charset="-122"/>
                <a:cs typeface="Inter" pitchFamily="34" charset="-120"/>
              </a:rPr>
              <a:t>DSCC  /  MISSION FILE: ODYSSEY</a:t>
            </a:r>
            <a:endParaRPr lang="en-US" sz="950" dirty="0"/>
          </a:p>
        </p:txBody>
      </p:sp>
      <p:sp>
        <p:nvSpPr>
          <p:cNvPr id="28" name="Text 26"/>
          <p:cNvSpPr/>
          <p:nvPr/>
        </p:nvSpPr>
        <p:spPr>
          <a:xfrm>
            <a:off x="612648" y="832104"/>
            <a:ext cx="10972800" cy="612648"/>
          </a:xfrm>
          <a:prstGeom prst="rect">
            <a:avLst/>
          </a:prstGeom>
          <a:noFill/>
          <a:ln/>
        </p:spPr>
        <p:txBody>
          <a:bodyPr wrap="square" lIns="0" tIns="0" rIns="0" bIns="0" rtlCol="0" anchor="ctr">
            <a:normAutofit/>
          </a:bodyPr>
          <a:lstStyle/>
          <a:p>
            <a:pPr marL="0" indent="0">
              <a:buNone/>
            </a:pPr>
            <a:r>
              <a:rPr lang="en-US" sz="3000" b="1" dirty="0">
                <a:solidFill>
                  <a:srgbClr val="F0F8FC"/>
                </a:solidFill>
                <a:latin typeface="Inter Display" pitchFamily="34" charset="0"/>
                <a:ea typeface="Inter Display" pitchFamily="34" charset="-122"/>
                <a:cs typeface="Inter Display" pitchFamily="34" charset="-120"/>
              </a:rPr>
              <a:t>MISSION START / PAIR STATIONS OPEN</a:t>
            </a:r>
            <a:endParaRPr lang="en-US" sz="3000" dirty="0"/>
          </a:p>
        </p:txBody>
      </p:sp>
      <p:sp>
        <p:nvSpPr>
          <p:cNvPr id="29" name="Text 27"/>
          <p:cNvSpPr/>
          <p:nvPr/>
        </p:nvSpPr>
        <p:spPr>
          <a:xfrm>
            <a:off x="640080" y="1481328"/>
            <a:ext cx="10789920" cy="347472"/>
          </a:xfrm>
          <a:prstGeom prst="rect">
            <a:avLst/>
          </a:prstGeom>
          <a:noFill/>
          <a:ln/>
        </p:spPr>
        <p:txBody>
          <a:bodyPr wrap="square" lIns="0" tIns="0" rIns="0" bIns="0" rtlCol="0" anchor="ctr">
            <a:normAutofit/>
          </a:bodyPr>
          <a:lstStyle/>
          <a:p>
            <a:pPr marL="0" indent="0">
              <a:buNone/>
            </a:pPr>
            <a:r>
              <a:rPr lang="en-US" sz="1500" dirty="0">
                <a:solidFill>
                  <a:srgbClr val="B0C6D1"/>
                </a:solidFill>
                <a:latin typeface="Inter" pitchFamily="34" charset="0"/>
                <a:ea typeface="Inter" pitchFamily="34" charset="-122"/>
                <a:cs typeface="Inter" pitchFamily="34" charset="-120"/>
              </a:rPr>
              <a:t>The control room is yours.</a:t>
            </a:r>
            <a:endParaRPr lang="en-US" sz="1500" dirty="0"/>
          </a:p>
        </p:txBody>
      </p:sp>
      <p:sp>
        <p:nvSpPr>
          <p:cNvPr id="30" name="Shape 28"/>
          <p:cNvSpPr/>
          <p:nvPr/>
        </p:nvSpPr>
        <p:spPr>
          <a:xfrm>
            <a:off x="612648" y="1865376"/>
            <a:ext cx="10972800" cy="914"/>
          </a:xfrm>
          <a:prstGeom prst="line">
            <a:avLst/>
          </a:prstGeom>
          <a:noFill/>
          <a:ln w="12700">
            <a:solidFill>
              <a:srgbClr val="28506A"/>
            </a:solidFill>
            <a:prstDash val="solid"/>
          </a:ln>
        </p:spPr>
      </p:sp>
      <p:sp>
        <p:nvSpPr>
          <p:cNvPr id="31" name="Shape 29"/>
          <p:cNvSpPr/>
          <p:nvPr/>
        </p:nvSpPr>
        <p:spPr>
          <a:xfrm>
            <a:off x="612648" y="6510528"/>
            <a:ext cx="10972800" cy="914"/>
          </a:xfrm>
          <a:prstGeom prst="line">
            <a:avLst/>
          </a:prstGeom>
          <a:noFill/>
          <a:ln w="10160">
            <a:solidFill>
              <a:srgbClr val="28506A"/>
            </a:solidFill>
            <a:prstDash val="solid"/>
          </a:ln>
        </p:spPr>
      </p:sp>
      <p:sp>
        <p:nvSpPr>
          <p:cNvPr id="32" name="Text 30"/>
          <p:cNvSpPr/>
          <p:nvPr/>
        </p:nvSpPr>
        <p:spPr>
          <a:xfrm>
            <a:off x="630936" y="6556248"/>
            <a:ext cx="7315200" cy="173736"/>
          </a:xfrm>
          <a:prstGeom prst="rect">
            <a:avLst/>
          </a:prstGeom>
          <a:noFill/>
          <a:ln/>
        </p:spPr>
        <p:txBody>
          <a:bodyPr wrap="square" lIns="0" tIns="0" rIns="0" bIns="0" rtlCol="0" anchor="ctr">
            <a:normAutofit/>
          </a:bodyPr>
          <a:lstStyle/>
          <a:p>
            <a:pPr marL="0" indent="0">
              <a:buNone/>
            </a:pPr>
            <a:r>
              <a:rPr lang="en-US" sz="800" b="1" kern="0" spc="150" dirty="0">
                <a:solidFill>
                  <a:srgbClr val="7F9FB0"/>
                </a:solidFill>
                <a:latin typeface="Inter" pitchFamily="34" charset="0"/>
                <a:ea typeface="Inter" pitchFamily="34" charset="-122"/>
                <a:cs typeface="Inter" pitchFamily="34" charset="-120"/>
              </a:rPr>
              <a:t>C3  //  THE LAST TRANSMISSION  //  ACT I</a:t>
            </a:r>
            <a:endParaRPr lang="en-US" sz="800" dirty="0"/>
          </a:p>
        </p:txBody>
      </p:sp>
      <p:sp>
        <p:nvSpPr>
          <p:cNvPr id="33" name="Text 31"/>
          <p:cNvSpPr/>
          <p:nvPr/>
        </p:nvSpPr>
        <p:spPr>
          <a:xfrm>
            <a:off x="10972800" y="6556248"/>
            <a:ext cx="530352" cy="173736"/>
          </a:xfrm>
          <a:prstGeom prst="rect">
            <a:avLst/>
          </a:prstGeom>
          <a:noFill/>
          <a:ln/>
        </p:spPr>
        <p:txBody>
          <a:bodyPr wrap="square" lIns="0" tIns="0" rIns="0" bIns="0" rtlCol="0" anchor="ctr">
            <a:normAutofit/>
          </a:bodyPr>
          <a:lstStyle/>
          <a:p>
            <a:pPr marL="0" indent="0" algn="r">
              <a:buNone/>
            </a:pPr>
            <a:r>
              <a:rPr lang="en-US" sz="800" b="1" dirty="0">
                <a:solidFill>
                  <a:srgbClr val="7F9FB0"/>
                </a:solidFill>
                <a:latin typeface="Inter" pitchFamily="34" charset="0"/>
                <a:ea typeface="Inter" pitchFamily="34" charset="-122"/>
                <a:cs typeface="Inter" pitchFamily="34" charset="-120"/>
              </a:rPr>
              <a:t>15</a:t>
            </a:r>
            <a:endParaRPr lang="en-US" sz="800" dirty="0"/>
          </a:p>
        </p:txBody>
      </p:sp>
      <p:sp>
        <p:nvSpPr>
          <p:cNvPr id="34" name="Shape 32"/>
          <p:cNvSpPr/>
          <p:nvPr/>
        </p:nvSpPr>
        <p:spPr>
          <a:xfrm>
            <a:off x="941832" y="1984248"/>
            <a:ext cx="411480" cy="411480"/>
          </a:xfrm>
          <a:prstGeom prst="ellipse">
            <a:avLst/>
          </a:prstGeom>
          <a:solidFill>
            <a:srgbClr val="FFC26E">
              <a:alpha val="16000"/>
            </a:srgbClr>
          </a:solidFill>
          <a:ln w="13970">
            <a:solidFill>
              <a:srgbClr val="FFC26E"/>
            </a:solidFill>
            <a:prstDash val="solid"/>
          </a:ln>
        </p:spPr>
      </p:sp>
      <p:sp>
        <p:nvSpPr>
          <p:cNvPr id="35" name="Text 33"/>
          <p:cNvSpPr/>
          <p:nvPr/>
        </p:nvSpPr>
        <p:spPr>
          <a:xfrm>
            <a:off x="941832" y="1993392"/>
            <a:ext cx="411480" cy="402336"/>
          </a:xfrm>
          <a:prstGeom prst="rect">
            <a:avLst/>
          </a:prstGeom>
          <a:noFill/>
          <a:ln/>
        </p:spPr>
        <p:txBody>
          <a:bodyPr wrap="square" lIns="0" tIns="0" rIns="0" bIns="0" rtlCol="0" anchor="ctr">
            <a:normAutofit/>
          </a:bodyPr>
          <a:lstStyle/>
          <a:p>
            <a:pPr marL="0" indent="0" algn="ctr">
              <a:buNone/>
            </a:pPr>
            <a:r>
              <a:rPr lang="en-US" sz="1300" b="1" dirty="0">
                <a:solidFill>
                  <a:srgbClr val="FFC26E"/>
                </a:solidFill>
                <a:latin typeface="Inter" pitchFamily="34" charset="0"/>
                <a:ea typeface="Inter" pitchFamily="34" charset="-122"/>
                <a:cs typeface="Inter" pitchFamily="34" charset="-120"/>
              </a:rPr>
              <a:t>01</a:t>
            </a:r>
            <a:endParaRPr lang="en-US" sz="1300" dirty="0"/>
          </a:p>
        </p:txBody>
      </p:sp>
      <p:sp>
        <p:nvSpPr>
          <p:cNvPr id="36" name="Text 34"/>
          <p:cNvSpPr/>
          <p:nvPr/>
        </p:nvSpPr>
        <p:spPr>
          <a:xfrm>
            <a:off x="1664208" y="2007108"/>
            <a:ext cx="9509760" cy="384048"/>
          </a:xfrm>
          <a:prstGeom prst="rect">
            <a:avLst/>
          </a:prstGeom>
          <a:noFill/>
          <a:ln/>
        </p:spPr>
        <p:txBody>
          <a:bodyPr wrap="square" lIns="0" tIns="0" rIns="0" bIns="0" rtlCol="0" anchor="ctr">
            <a:normAutofit/>
          </a:bodyPr>
          <a:lstStyle/>
          <a:p>
            <a:pPr marL="0" indent="0">
              <a:buNone/>
            </a:pPr>
            <a:r>
              <a:rPr lang="en-US" sz="1900" dirty="0">
                <a:solidFill>
                  <a:srgbClr val="F0F8FC"/>
                </a:solidFill>
                <a:latin typeface="Inter" pitchFamily="34" charset="0"/>
                <a:ea typeface="Inter" pitchFamily="34" charset="-122"/>
                <a:cs typeface="Inter" pitchFamily="34" charset="-120"/>
              </a:rPr>
              <a:t>Pick a partner and language</a:t>
            </a:r>
            <a:endParaRPr lang="en-US" sz="1900" dirty="0"/>
          </a:p>
        </p:txBody>
      </p:sp>
      <p:sp>
        <p:nvSpPr>
          <p:cNvPr id="37" name="Shape 35"/>
          <p:cNvSpPr/>
          <p:nvPr/>
        </p:nvSpPr>
        <p:spPr>
          <a:xfrm>
            <a:off x="960120" y="2560320"/>
            <a:ext cx="10287000" cy="914"/>
          </a:xfrm>
          <a:prstGeom prst="line">
            <a:avLst/>
          </a:prstGeom>
          <a:noFill/>
          <a:ln w="7620">
            <a:solidFill>
              <a:srgbClr val="28506A"/>
            </a:solidFill>
            <a:prstDash val="solid"/>
          </a:ln>
        </p:spPr>
      </p:sp>
      <p:sp>
        <p:nvSpPr>
          <p:cNvPr id="38" name="Shape 36"/>
          <p:cNvSpPr/>
          <p:nvPr/>
        </p:nvSpPr>
        <p:spPr>
          <a:xfrm>
            <a:off x="941832" y="2670048"/>
            <a:ext cx="411480" cy="411480"/>
          </a:xfrm>
          <a:prstGeom prst="ellipse">
            <a:avLst/>
          </a:prstGeom>
          <a:solidFill>
            <a:srgbClr val="5DE4E2">
              <a:alpha val="16000"/>
            </a:srgbClr>
          </a:solidFill>
          <a:ln w="13970">
            <a:solidFill>
              <a:srgbClr val="5DE4E2"/>
            </a:solidFill>
            <a:prstDash val="solid"/>
          </a:ln>
        </p:spPr>
      </p:sp>
      <p:sp>
        <p:nvSpPr>
          <p:cNvPr id="39" name="Text 37"/>
          <p:cNvSpPr/>
          <p:nvPr/>
        </p:nvSpPr>
        <p:spPr>
          <a:xfrm>
            <a:off x="941832" y="2679192"/>
            <a:ext cx="411480" cy="402336"/>
          </a:xfrm>
          <a:prstGeom prst="rect">
            <a:avLst/>
          </a:prstGeom>
          <a:noFill/>
          <a:ln/>
        </p:spPr>
        <p:txBody>
          <a:bodyPr wrap="square" lIns="0" tIns="0" rIns="0" bIns="0" rtlCol="0" anchor="ctr">
            <a:normAutofit/>
          </a:bodyPr>
          <a:lstStyle/>
          <a:p>
            <a:pPr marL="0" indent="0" algn="ctr">
              <a:buNone/>
            </a:pPr>
            <a:r>
              <a:rPr lang="en-US" sz="1300" b="1" dirty="0">
                <a:solidFill>
                  <a:srgbClr val="5DE4E2"/>
                </a:solidFill>
                <a:latin typeface="Inter" pitchFamily="34" charset="0"/>
                <a:ea typeface="Inter" pitchFamily="34" charset="-122"/>
                <a:cs typeface="Inter" pitchFamily="34" charset="-120"/>
              </a:rPr>
              <a:t>02</a:t>
            </a:r>
            <a:endParaRPr lang="en-US" sz="1300" dirty="0"/>
          </a:p>
        </p:txBody>
      </p:sp>
      <p:sp>
        <p:nvSpPr>
          <p:cNvPr id="40" name="Text 38"/>
          <p:cNvSpPr/>
          <p:nvPr/>
        </p:nvSpPr>
        <p:spPr>
          <a:xfrm>
            <a:off x="1664208" y="2692908"/>
            <a:ext cx="9509760" cy="384048"/>
          </a:xfrm>
          <a:prstGeom prst="rect">
            <a:avLst/>
          </a:prstGeom>
          <a:noFill/>
          <a:ln/>
        </p:spPr>
        <p:txBody>
          <a:bodyPr wrap="square" lIns="0" tIns="0" rIns="0" bIns="0" rtlCol="0" anchor="ctr">
            <a:normAutofit/>
          </a:bodyPr>
          <a:lstStyle/>
          <a:p>
            <a:pPr marL="0" indent="0">
              <a:buNone/>
            </a:pPr>
            <a:r>
              <a:rPr lang="en-US" sz="1900" dirty="0">
                <a:solidFill>
                  <a:srgbClr val="F0F8FC"/>
                </a:solidFill>
                <a:latin typeface="Inter" pitchFamily="34" charset="0"/>
                <a:ea typeface="Inter" pitchFamily="34" charset="-122"/>
                <a:cs typeface="Inter" pitchFamily="34" charset="-120"/>
              </a:rPr>
              <a:t>Run the starter tests</a:t>
            </a:r>
            <a:endParaRPr lang="en-US" sz="1900" dirty="0"/>
          </a:p>
        </p:txBody>
      </p:sp>
      <p:sp>
        <p:nvSpPr>
          <p:cNvPr id="41" name="Shape 39"/>
          <p:cNvSpPr/>
          <p:nvPr/>
        </p:nvSpPr>
        <p:spPr>
          <a:xfrm>
            <a:off x="960120" y="3246120"/>
            <a:ext cx="10287000" cy="914"/>
          </a:xfrm>
          <a:prstGeom prst="line">
            <a:avLst/>
          </a:prstGeom>
          <a:noFill/>
          <a:ln w="7620">
            <a:solidFill>
              <a:srgbClr val="28506A"/>
            </a:solidFill>
            <a:prstDash val="solid"/>
          </a:ln>
        </p:spPr>
      </p:sp>
      <p:sp>
        <p:nvSpPr>
          <p:cNvPr id="42" name="Shape 40"/>
          <p:cNvSpPr/>
          <p:nvPr/>
        </p:nvSpPr>
        <p:spPr>
          <a:xfrm>
            <a:off x="941832" y="3355848"/>
            <a:ext cx="411480" cy="411480"/>
          </a:xfrm>
          <a:prstGeom prst="ellipse">
            <a:avLst/>
          </a:prstGeom>
          <a:solidFill>
            <a:srgbClr val="5DE4E2">
              <a:alpha val="16000"/>
            </a:srgbClr>
          </a:solidFill>
          <a:ln w="13970">
            <a:solidFill>
              <a:srgbClr val="5DE4E2"/>
            </a:solidFill>
            <a:prstDash val="solid"/>
          </a:ln>
        </p:spPr>
      </p:sp>
      <p:sp>
        <p:nvSpPr>
          <p:cNvPr id="43" name="Text 41"/>
          <p:cNvSpPr/>
          <p:nvPr/>
        </p:nvSpPr>
        <p:spPr>
          <a:xfrm>
            <a:off x="941832" y="3364992"/>
            <a:ext cx="411480" cy="402336"/>
          </a:xfrm>
          <a:prstGeom prst="rect">
            <a:avLst/>
          </a:prstGeom>
          <a:noFill/>
          <a:ln/>
        </p:spPr>
        <p:txBody>
          <a:bodyPr wrap="square" lIns="0" tIns="0" rIns="0" bIns="0" rtlCol="0" anchor="ctr">
            <a:normAutofit/>
          </a:bodyPr>
          <a:lstStyle/>
          <a:p>
            <a:pPr marL="0" indent="0" algn="ctr">
              <a:buNone/>
            </a:pPr>
            <a:r>
              <a:rPr lang="en-US" sz="1300" b="1" dirty="0">
                <a:solidFill>
                  <a:srgbClr val="5DE4E2"/>
                </a:solidFill>
                <a:latin typeface="Inter" pitchFamily="34" charset="0"/>
                <a:ea typeface="Inter" pitchFamily="34" charset="-122"/>
                <a:cs typeface="Inter" pitchFamily="34" charset="-120"/>
              </a:rPr>
              <a:t>03</a:t>
            </a:r>
            <a:endParaRPr lang="en-US" sz="1300" dirty="0"/>
          </a:p>
        </p:txBody>
      </p:sp>
      <p:sp>
        <p:nvSpPr>
          <p:cNvPr id="44" name="Text 42"/>
          <p:cNvSpPr/>
          <p:nvPr/>
        </p:nvSpPr>
        <p:spPr>
          <a:xfrm>
            <a:off x="1664208" y="3378708"/>
            <a:ext cx="9509760" cy="384048"/>
          </a:xfrm>
          <a:prstGeom prst="rect">
            <a:avLst/>
          </a:prstGeom>
          <a:noFill/>
          <a:ln/>
        </p:spPr>
        <p:txBody>
          <a:bodyPr wrap="square" lIns="0" tIns="0" rIns="0" bIns="0" rtlCol="0" anchor="ctr">
            <a:normAutofit/>
          </a:bodyPr>
          <a:lstStyle/>
          <a:p>
            <a:pPr marL="0" indent="0">
              <a:buNone/>
            </a:pPr>
            <a:r>
              <a:rPr lang="en-US" sz="1900" dirty="0">
                <a:solidFill>
                  <a:srgbClr val="F0F8FC"/>
                </a:solidFill>
                <a:latin typeface="Inter" pitchFamily="34" charset="0"/>
                <a:ea typeface="Inter" pitchFamily="34" charset="-122"/>
                <a:cs typeface="Inter" pitchFamily="34" charset="-120"/>
              </a:rPr>
              <a:t>Replace the placeholder with one real red test</a:t>
            </a:r>
            <a:endParaRPr lang="en-US" sz="1900" dirty="0"/>
          </a:p>
        </p:txBody>
      </p:sp>
      <p:sp>
        <p:nvSpPr>
          <p:cNvPr id="45" name="Shape 43"/>
          <p:cNvSpPr/>
          <p:nvPr/>
        </p:nvSpPr>
        <p:spPr>
          <a:xfrm>
            <a:off x="960120" y="3931920"/>
            <a:ext cx="10287000" cy="914"/>
          </a:xfrm>
          <a:prstGeom prst="line">
            <a:avLst/>
          </a:prstGeom>
          <a:noFill/>
          <a:ln w="7620">
            <a:solidFill>
              <a:srgbClr val="28506A"/>
            </a:solidFill>
            <a:prstDash val="solid"/>
          </a:ln>
        </p:spPr>
      </p:sp>
      <p:sp>
        <p:nvSpPr>
          <p:cNvPr id="46" name="Shape 44"/>
          <p:cNvSpPr/>
          <p:nvPr/>
        </p:nvSpPr>
        <p:spPr>
          <a:xfrm>
            <a:off x="941832" y="4041648"/>
            <a:ext cx="411480" cy="411480"/>
          </a:xfrm>
          <a:prstGeom prst="ellipse">
            <a:avLst/>
          </a:prstGeom>
          <a:solidFill>
            <a:srgbClr val="5DE4E2">
              <a:alpha val="16000"/>
            </a:srgbClr>
          </a:solidFill>
          <a:ln w="13970">
            <a:solidFill>
              <a:srgbClr val="5DE4E2"/>
            </a:solidFill>
            <a:prstDash val="solid"/>
          </a:ln>
        </p:spPr>
      </p:sp>
      <p:sp>
        <p:nvSpPr>
          <p:cNvPr id="47" name="Text 45"/>
          <p:cNvSpPr/>
          <p:nvPr/>
        </p:nvSpPr>
        <p:spPr>
          <a:xfrm>
            <a:off x="941832" y="4050792"/>
            <a:ext cx="411480" cy="402336"/>
          </a:xfrm>
          <a:prstGeom prst="rect">
            <a:avLst/>
          </a:prstGeom>
          <a:noFill/>
          <a:ln/>
        </p:spPr>
        <p:txBody>
          <a:bodyPr wrap="square" lIns="0" tIns="0" rIns="0" bIns="0" rtlCol="0" anchor="ctr">
            <a:normAutofit/>
          </a:bodyPr>
          <a:lstStyle/>
          <a:p>
            <a:pPr marL="0" indent="0" algn="ctr">
              <a:buNone/>
            </a:pPr>
            <a:r>
              <a:rPr lang="en-US" sz="1300" b="1" dirty="0">
                <a:solidFill>
                  <a:srgbClr val="5DE4E2"/>
                </a:solidFill>
                <a:latin typeface="Inter" pitchFamily="34" charset="0"/>
                <a:ea typeface="Inter" pitchFamily="34" charset="-122"/>
                <a:cs typeface="Inter" pitchFamily="34" charset="-120"/>
              </a:rPr>
              <a:t>04</a:t>
            </a:r>
            <a:endParaRPr lang="en-US" sz="1300" dirty="0"/>
          </a:p>
        </p:txBody>
      </p:sp>
      <p:sp>
        <p:nvSpPr>
          <p:cNvPr id="48" name="Text 46"/>
          <p:cNvSpPr/>
          <p:nvPr/>
        </p:nvSpPr>
        <p:spPr>
          <a:xfrm>
            <a:off x="1664208" y="4064508"/>
            <a:ext cx="9509760" cy="384048"/>
          </a:xfrm>
          <a:prstGeom prst="rect">
            <a:avLst/>
          </a:prstGeom>
          <a:noFill/>
          <a:ln/>
        </p:spPr>
        <p:txBody>
          <a:bodyPr wrap="square" lIns="0" tIns="0" rIns="0" bIns="0" rtlCol="0" anchor="ctr">
            <a:normAutofit/>
          </a:bodyPr>
          <a:lstStyle/>
          <a:p>
            <a:pPr marL="0" indent="0">
              <a:buNone/>
            </a:pPr>
            <a:r>
              <a:rPr lang="en-US" sz="1900" dirty="0">
                <a:solidFill>
                  <a:srgbClr val="F0F8FC"/>
                </a:solidFill>
                <a:latin typeface="Inter" pitchFamily="34" charset="0"/>
                <a:ea typeface="Inter" pitchFamily="34" charset="-122"/>
                <a:cs typeface="Inter" pitchFamily="34" charset="-120"/>
              </a:rPr>
              <a:t>Work in small red → green → refactor cycles</a:t>
            </a:r>
            <a:endParaRPr lang="en-US" sz="1900" dirty="0"/>
          </a:p>
        </p:txBody>
      </p:sp>
      <p:sp>
        <p:nvSpPr>
          <p:cNvPr id="49" name="Shape 47"/>
          <p:cNvSpPr/>
          <p:nvPr/>
        </p:nvSpPr>
        <p:spPr>
          <a:xfrm>
            <a:off x="960120" y="4617720"/>
            <a:ext cx="10287000" cy="914"/>
          </a:xfrm>
          <a:prstGeom prst="line">
            <a:avLst/>
          </a:prstGeom>
          <a:noFill/>
          <a:ln w="7620">
            <a:solidFill>
              <a:srgbClr val="28506A"/>
            </a:solidFill>
            <a:prstDash val="solid"/>
          </a:ln>
        </p:spPr>
      </p:sp>
      <p:sp>
        <p:nvSpPr>
          <p:cNvPr id="50" name="Shape 48"/>
          <p:cNvSpPr/>
          <p:nvPr/>
        </p:nvSpPr>
        <p:spPr>
          <a:xfrm>
            <a:off x="941832" y="4727448"/>
            <a:ext cx="411480" cy="411480"/>
          </a:xfrm>
          <a:prstGeom prst="ellipse">
            <a:avLst/>
          </a:prstGeom>
          <a:solidFill>
            <a:srgbClr val="5DE4E2">
              <a:alpha val="16000"/>
            </a:srgbClr>
          </a:solidFill>
          <a:ln w="13970">
            <a:solidFill>
              <a:srgbClr val="5DE4E2"/>
            </a:solidFill>
            <a:prstDash val="solid"/>
          </a:ln>
        </p:spPr>
      </p:sp>
      <p:sp>
        <p:nvSpPr>
          <p:cNvPr id="51" name="Text 49"/>
          <p:cNvSpPr/>
          <p:nvPr/>
        </p:nvSpPr>
        <p:spPr>
          <a:xfrm>
            <a:off x="941832" y="4736592"/>
            <a:ext cx="411480" cy="402336"/>
          </a:xfrm>
          <a:prstGeom prst="rect">
            <a:avLst/>
          </a:prstGeom>
          <a:noFill/>
          <a:ln/>
        </p:spPr>
        <p:txBody>
          <a:bodyPr wrap="square" lIns="0" tIns="0" rIns="0" bIns="0" rtlCol="0" anchor="ctr">
            <a:normAutofit/>
          </a:bodyPr>
          <a:lstStyle/>
          <a:p>
            <a:pPr marL="0" indent="0" algn="ctr">
              <a:buNone/>
            </a:pPr>
            <a:r>
              <a:rPr lang="en-US" sz="1300" b="1" dirty="0">
                <a:solidFill>
                  <a:srgbClr val="5DE4E2"/>
                </a:solidFill>
                <a:latin typeface="Inter" pitchFamily="34" charset="0"/>
                <a:ea typeface="Inter" pitchFamily="34" charset="-122"/>
                <a:cs typeface="Inter" pitchFamily="34" charset="-120"/>
              </a:rPr>
              <a:t>05</a:t>
            </a:r>
            <a:endParaRPr lang="en-US" sz="1300" dirty="0"/>
          </a:p>
        </p:txBody>
      </p:sp>
      <p:sp>
        <p:nvSpPr>
          <p:cNvPr id="52" name="Text 50"/>
          <p:cNvSpPr/>
          <p:nvPr/>
        </p:nvSpPr>
        <p:spPr>
          <a:xfrm>
            <a:off x="1664208" y="4750308"/>
            <a:ext cx="9509760" cy="384048"/>
          </a:xfrm>
          <a:prstGeom prst="rect">
            <a:avLst/>
          </a:prstGeom>
          <a:noFill/>
          <a:ln/>
        </p:spPr>
        <p:txBody>
          <a:bodyPr wrap="square" lIns="0" tIns="0" rIns="0" bIns="0" rtlCol="0" anchor="ctr">
            <a:normAutofit/>
          </a:bodyPr>
          <a:lstStyle/>
          <a:p>
            <a:pPr marL="0" indent="0">
              <a:buNone/>
            </a:pPr>
            <a:r>
              <a:rPr lang="en-US" sz="1900" dirty="0">
                <a:solidFill>
                  <a:srgbClr val="F0F8FC"/>
                </a:solidFill>
                <a:latin typeface="Inter" pitchFamily="34" charset="0"/>
                <a:ea typeface="Inter" pitchFamily="34" charset="-122"/>
                <a:cs typeface="Inter" pitchFamily="34" charset="-120"/>
              </a:rPr>
              <a:t>Test against data/act1.txt</a:t>
            </a:r>
            <a:endParaRPr lang="en-US" sz="1900" dirty="0"/>
          </a:p>
        </p:txBody>
      </p:sp>
      <p:sp>
        <p:nvSpPr>
          <p:cNvPr id="53" name="Shape 51"/>
          <p:cNvSpPr/>
          <p:nvPr/>
        </p:nvSpPr>
        <p:spPr>
          <a:xfrm>
            <a:off x="960120" y="5303520"/>
            <a:ext cx="10287000" cy="914"/>
          </a:xfrm>
          <a:prstGeom prst="line">
            <a:avLst/>
          </a:prstGeom>
          <a:noFill/>
          <a:ln w="7620">
            <a:solidFill>
              <a:srgbClr val="28506A"/>
            </a:solidFill>
            <a:prstDash val="solid"/>
          </a:ln>
        </p:spPr>
      </p:sp>
      <p:sp>
        <p:nvSpPr>
          <p:cNvPr id="54" name="Shape 52"/>
          <p:cNvSpPr/>
          <p:nvPr/>
        </p:nvSpPr>
        <p:spPr>
          <a:xfrm>
            <a:off x="2441448" y="5623560"/>
            <a:ext cx="7296912" cy="502920"/>
          </a:xfrm>
          <a:prstGeom prst="roundRect">
            <a:avLst/>
          </a:prstGeom>
          <a:solidFill>
            <a:srgbClr val="FFC26E">
              <a:alpha val="11000"/>
            </a:srgbClr>
          </a:solidFill>
          <a:ln w="10160">
            <a:solidFill>
              <a:srgbClr val="FFC26E"/>
            </a:solidFill>
            <a:prstDash val="solid"/>
          </a:ln>
        </p:spPr>
      </p:sp>
      <p:sp>
        <p:nvSpPr>
          <p:cNvPr id="55" name="Text 53"/>
          <p:cNvSpPr/>
          <p:nvPr/>
        </p:nvSpPr>
        <p:spPr>
          <a:xfrm>
            <a:off x="2633472" y="5769864"/>
            <a:ext cx="6903720" cy="219456"/>
          </a:xfrm>
          <a:prstGeom prst="rect">
            <a:avLst/>
          </a:prstGeom>
          <a:noFill/>
          <a:ln/>
        </p:spPr>
        <p:txBody>
          <a:bodyPr wrap="square" lIns="0" tIns="0" rIns="0" bIns="0" rtlCol="0" anchor="ctr">
            <a:normAutofit/>
          </a:bodyPr>
          <a:lstStyle/>
          <a:p>
            <a:pPr marL="0" indent="0" algn="ctr">
              <a:buNone/>
            </a:pPr>
            <a:r>
              <a:rPr lang="en-US" sz="1300" b="1" kern="0" spc="70" dirty="0">
                <a:solidFill>
                  <a:srgbClr val="FFC26E"/>
                </a:solidFill>
                <a:latin typeface="Inter" pitchFamily="34" charset="0"/>
                <a:ea typeface="Inter" pitchFamily="34" charset="-122"/>
                <a:cs typeface="Inter" pitchFamily="34" charset="-120"/>
              </a:rPr>
              <a:t>WHEN YOU FINISH, REQUEST THE NEXT BRIEFING.</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55">
          <a:extLst>
            <a:ext uri="{FF2B5EF4-FFF2-40B4-BE49-F238E27FC236}">
              <a16:creationId xmlns:a16="http://schemas.microsoft.com/office/drawing/2014/main" id="{FFFB529A-D6B0-2610-D9D3-81D8BEE34BF3}"/>
            </a:ext>
          </a:extLst>
        </p:cNvPr>
        <p:cNvGrpSpPr/>
        <p:nvPr/>
      </p:nvGrpSpPr>
      <p:grpSpPr>
        <a:xfrm>
          <a:off x="0" y="0"/>
          <a:ext cx="0" cy="0"/>
          <a:chOff x="0" y="0"/>
          <a:chExt cx="0" cy="0"/>
        </a:xfrm>
      </p:grpSpPr>
      <p:sp>
        <p:nvSpPr>
          <p:cNvPr id="156" name="Google Shape;156;g35abda01f67_0_34">
            <a:extLst>
              <a:ext uri="{FF2B5EF4-FFF2-40B4-BE49-F238E27FC236}">
                <a16:creationId xmlns:a16="http://schemas.microsoft.com/office/drawing/2014/main" id="{0DE0907A-C247-CBC2-274C-EE665A7B7A0B}"/>
              </a:ext>
            </a:extLst>
          </p:cNvPr>
          <p:cNvSpPr txBox="1">
            <a:spLocks noGrp="1"/>
          </p:cNvSpPr>
          <p:nvPr>
            <p:ph type="title"/>
          </p:nvPr>
        </p:nvSpPr>
        <p:spPr>
          <a:xfrm>
            <a:off x="838200" y="328650"/>
            <a:ext cx="9867000" cy="752400"/>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SzPts val="3600"/>
              <a:buNone/>
            </a:pPr>
            <a:r>
              <a:rPr lang="en-US" sz="4800" dirty="0">
                <a:latin typeface="Calibri" panose="020F0502020204030204" pitchFamily="34" charset="0"/>
                <a:ea typeface="Calibri" panose="020F0502020204030204" pitchFamily="34" charset="0"/>
                <a:cs typeface="Calibri" panose="020F0502020204030204" pitchFamily="34" charset="0"/>
              </a:rPr>
              <a:t>The Repo</a:t>
            </a:r>
            <a:endParaRPr sz="4800" dirty="0">
              <a:latin typeface="Calibri" panose="020F0502020204030204" pitchFamily="34" charset="0"/>
              <a:ea typeface="Calibri" panose="020F0502020204030204" pitchFamily="34" charset="0"/>
              <a:cs typeface="Calibri" panose="020F0502020204030204" pitchFamily="34" charset="0"/>
            </a:endParaRPr>
          </a:p>
        </p:txBody>
      </p:sp>
      <p:sp>
        <p:nvSpPr>
          <p:cNvPr id="157" name="Google Shape;157;g35abda01f67_0_34">
            <a:extLst>
              <a:ext uri="{FF2B5EF4-FFF2-40B4-BE49-F238E27FC236}">
                <a16:creationId xmlns:a16="http://schemas.microsoft.com/office/drawing/2014/main" id="{7102150F-7B43-9AE5-1172-746196EF42AF}"/>
              </a:ext>
            </a:extLst>
          </p:cNvPr>
          <p:cNvSpPr txBox="1">
            <a:spLocks noGrp="1"/>
          </p:cNvSpPr>
          <p:nvPr>
            <p:ph type="body" idx="1"/>
          </p:nvPr>
        </p:nvSpPr>
        <p:spPr>
          <a:xfrm>
            <a:off x="838200" y="1228100"/>
            <a:ext cx="10740000" cy="5152200"/>
          </a:xfrm>
          <a:prstGeom prst="rect">
            <a:avLst/>
          </a:prstGeom>
          <a:noFill/>
          <a:ln>
            <a:noFill/>
          </a:ln>
        </p:spPr>
        <p:txBody>
          <a:bodyPr spcFirstLastPara="1" wrap="square" lIns="91425" tIns="45700" rIns="91425" bIns="45700" anchor="t" anchorCtr="0">
            <a:noAutofit/>
          </a:bodyPr>
          <a:lstStyle/>
          <a:p>
            <a:pPr marL="63500" lvl="0" indent="0">
              <a:spcBef>
                <a:spcPts val="0"/>
              </a:spcBef>
              <a:buSzPts val="4600"/>
              <a:buNone/>
            </a:pPr>
            <a:endParaRPr lang="en-US" sz="4400" b="0" dirty="0">
              <a:solidFill>
                <a:schemeClr val="dk1"/>
              </a:solidFill>
            </a:endParaRPr>
          </a:p>
          <a:p>
            <a:pPr marL="63500" lvl="0" indent="0">
              <a:spcBef>
                <a:spcPts val="0"/>
              </a:spcBef>
              <a:buSzPts val="4600"/>
              <a:buNone/>
            </a:pPr>
            <a:endParaRPr lang="en-US" sz="4400" b="0" dirty="0">
              <a:solidFill>
                <a:schemeClr val="dk1"/>
              </a:solidFill>
              <a:latin typeface="Calibri" panose="020F0502020204030204" pitchFamily="34" charset="0"/>
              <a:ea typeface="Calibri" panose="020F0502020204030204" pitchFamily="34" charset="0"/>
              <a:cs typeface="Calibri" panose="020F0502020204030204" pitchFamily="34" charset="0"/>
            </a:endParaRPr>
          </a:p>
          <a:p>
            <a:pPr marL="63500" lvl="0" indent="0">
              <a:spcBef>
                <a:spcPts val="0"/>
              </a:spcBef>
              <a:buNone/>
            </a:pPr>
            <a:r>
              <a:rPr lang="en-US" sz="4000" b="0" dirty="0">
                <a:solidFill>
                  <a:schemeClr val="dk1"/>
                </a:solidFill>
                <a:latin typeface="Calibri"/>
                <a:ea typeface="Calibri"/>
                <a:cs typeface="Calibri"/>
              </a:rPr>
              <a:t>https://github.com/Ingage-Meetup/20261028-The-Last-Transmission</a:t>
            </a:r>
            <a:endParaRPr lang="en-US" dirty="0">
              <a:solidFill>
                <a:schemeClr val="dk1"/>
              </a:solidFill>
            </a:endParaRPr>
          </a:p>
        </p:txBody>
      </p:sp>
    </p:spTree>
    <p:extLst>
      <p:ext uri="{BB962C8B-B14F-4D97-AF65-F5344CB8AC3E}">
        <p14:creationId xmlns:p14="http://schemas.microsoft.com/office/powerpoint/2010/main" val="341753194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81"/>
        <p:cNvGrpSpPr/>
        <p:nvPr/>
      </p:nvGrpSpPr>
      <p:grpSpPr>
        <a:xfrm>
          <a:off x="0" y="0"/>
          <a:ext cx="0" cy="0"/>
          <a:chOff x="0" y="0"/>
          <a:chExt cx="0" cy="0"/>
        </a:xfrm>
      </p:grpSpPr>
      <p:sp>
        <p:nvSpPr>
          <p:cNvPr id="182" name="Google Shape;182;p14"/>
          <p:cNvSpPr txBox="1">
            <a:spLocks noGrp="1"/>
          </p:cNvSpPr>
          <p:nvPr>
            <p:ph type="title"/>
          </p:nvPr>
        </p:nvSpPr>
        <p:spPr>
          <a:xfrm>
            <a:off x="838200" y="1073150"/>
            <a:ext cx="10515600" cy="752475"/>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dk1"/>
              </a:buClr>
              <a:buSzPts val="3600"/>
              <a:buFont typeface="Avenir"/>
              <a:buNone/>
            </a:pPr>
            <a:r>
              <a:rPr lang="en-US" dirty="0">
                <a:latin typeface="Calibri" panose="020F0502020204030204" pitchFamily="34" charset="0"/>
                <a:ea typeface="Calibri" panose="020F0502020204030204" pitchFamily="34" charset="0"/>
                <a:cs typeface="Calibri" panose="020F0502020204030204" pitchFamily="34" charset="0"/>
              </a:rPr>
              <a:t>Raffle</a:t>
            </a:r>
            <a:endParaRPr dirty="0">
              <a:latin typeface="Calibri" panose="020F0502020204030204" pitchFamily="34" charset="0"/>
              <a:ea typeface="Calibri" panose="020F0502020204030204" pitchFamily="34" charset="0"/>
              <a:cs typeface="Calibri" panose="020F0502020204030204" pitchFamily="34" charset="0"/>
            </a:endParaRPr>
          </a:p>
        </p:txBody>
      </p:sp>
      <p:sp>
        <p:nvSpPr>
          <p:cNvPr id="183" name="Google Shape;183;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2"/>
              </a:buClr>
              <a:buSzPts val="2800"/>
              <a:buNone/>
            </a:pPr>
            <a:endParaRPr dirty="0">
              <a:latin typeface="Calibri" panose="020F0502020204030204" pitchFamily="34" charset="0"/>
              <a:ea typeface="Calibri" panose="020F0502020204030204" pitchFamily="34" charset="0"/>
              <a:cs typeface="Calibri" panose="020F0502020204030204" pitchFamily="34" charset="0"/>
            </a:endParaRPr>
          </a:p>
          <a:p>
            <a:pPr marL="0" lvl="0" indent="0" algn="l" rtl="0">
              <a:lnSpc>
                <a:spcPct val="90000"/>
              </a:lnSpc>
              <a:spcBef>
                <a:spcPts val="1000"/>
              </a:spcBef>
              <a:spcAft>
                <a:spcPts val="0"/>
              </a:spcAft>
              <a:buClr>
                <a:schemeClr val="lt2"/>
              </a:buClr>
              <a:buSzPts val="2800"/>
              <a:buNone/>
            </a:pPr>
            <a:r>
              <a:rPr lang="en-US" dirty="0">
                <a:latin typeface="Calibri" panose="020F0502020204030204" pitchFamily="34" charset="0"/>
                <a:ea typeface="Calibri" panose="020F0502020204030204" pitchFamily="34" charset="0"/>
                <a:cs typeface="Calibri" panose="020F0502020204030204" pitchFamily="34" charset="0"/>
              </a:rPr>
              <a:t>A JetBrains license, good for any of their IDEs (IntelliJ, WebStorm, etc.) for one year. It is a “</a:t>
            </a:r>
            <a:r>
              <a:rPr lang="en-US" u="sng" dirty="0">
                <a:solidFill>
                  <a:schemeClr val="hlink"/>
                </a:solidFill>
                <a:latin typeface="Calibri" panose="020F0502020204030204" pitchFamily="34" charset="0"/>
                <a:ea typeface="Calibri" panose="020F0502020204030204" pitchFamily="34" charset="0"/>
                <a:cs typeface="Calibri" panose="020F0502020204030204" pitchFamily="34" charset="0"/>
                <a:hlinkClick r:id="rId3"/>
              </a:rPr>
              <a:t>perpetual fallback license</a:t>
            </a:r>
            <a:r>
              <a:rPr lang="en-US" dirty="0">
                <a:latin typeface="Calibri" panose="020F0502020204030204" pitchFamily="34" charset="0"/>
                <a:ea typeface="Calibri" panose="020F0502020204030204" pitchFamily="34" charset="0"/>
                <a:cs typeface="Calibri" panose="020F0502020204030204" pitchFamily="34" charset="0"/>
              </a:rPr>
              <a:t>”, meaning you can continue to use the version of the IDE that was activated, even after the year has passed and the license is expired.</a:t>
            </a:r>
            <a:endParaRPr dirty="0">
              <a:latin typeface="Calibri" panose="020F0502020204030204" pitchFamily="34" charset="0"/>
              <a:ea typeface="Calibri" panose="020F0502020204030204" pitchFamily="34" charset="0"/>
              <a:cs typeface="Calibri" panose="020F0502020204030204" pitchFamily="34" charset="0"/>
            </a:endParaRPr>
          </a:p>
          <a:p>
            <a:pPr marL="0" lvl="0" indent="0" algn="l" rtl="0">
              <a:lnSpc>
                <a:spcPct val="90000"/>
              </a:lnSpc>
              <a:spcBef>
                <a:spcPts val="1000"/>
              </a:spcBef>
              <a:spcAft>
                <a:spcPts val="0"/>
              </a:spcAft>
              <a:buClr>
                <a:schemeClr val="lt2"/>
              </a:buClr>
              <a:buSzPts val="2800"/>
              <a:buNone/>
            </a:pPr>
            <a:r>
              <a:rPr lang="en-US" dirty="0">
                <a:latin typeface="Calibri" panose="020F0502020204030204" pitchFamily="34" charset="0"/>
                <a:ea typeface="Calibri" panose="020F0502020204030204" pitchFamily="34" charset="0"/>
                <a:cs typeface="Calibri" panose="020F0502020204030204" pitchFamily="34" charset="0"/>
              </a:rPr>
              <a:t>     </a:t>
            </a:r>
            <a:endParaRPr dirty="0">
              <a:latin typeface="Calibri" panose="020F0502020204030204" pitchFamily="34" charset="0"/>
              <a:ea typeface="Calibri" panose="020F0502020204030204" pitchFamily="34" charset="0"/>
              <a:cs typeface="Calibri" panose="020F0502020204030204" pitchFamily="34" charset="0"/>
            </a:endParaRPr>
          </a:p>
          <a:p>
            <a:pPr marL="0" lvl="0" indent="0" algn="l" rtl="0">
              <a:lnSpc>
                <a:spcPct val="90000"/>
              </a:lnSpc>
              <a:spcBef>
                <a:spcPts val="1000"/>
              </a:spcBef>
              <a:spcAft>
                <a:spcPts val="0"/>
              </a:spcAft>
              <a:buClr>
                <a:schemeClr val="lt2"/>
              </a:buClr>
              <a:buSzPts val="2800"/>
              <a:buNone/>
            </a:pPr>
            <a:r>
              <a:rPr lang="en-US" dirty="0">
                <a:latin typeface="Calibri" panose="020F0502020204030204" pitchFamily="34" charset="0"/>
                <a:ea typeface="Calibri" panose="020F0502020204030204" pitchFamily="34" charset="0"/>
                <a:cs typeface="Calibri" panose="020F0502020204030204" pitchFamily="34" charset="0"/>
              </a:rPr>
              <a:t>Winners, talk to Jim Kriz, who will send you a PDF with details to redeem your license.</a:t>
            </a:r>
            <a:endParaRPr dirty="0">
              <a:latin typeface="Calibri" panose="020F0502020204030204" pitchFamily="34" charset="0"/>
              <a:ea typeface="Calibri" panose="020F0502020204030204" pitchFamily="34" charset="0"/>
              <a:cs typeface="Calibri" panose="020F0502020204030204" pitchFamily="34" charset="0"/>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88"/>
        <p:cNvGrpSpPr/>
        <p:nvPr/>
      </p:nvGrpSpPr>
      <p:grpSpPr>
        <a:xfrm>
          <a:off x="0" y="0"/>
          <a:ext cx="0" cy="0"/>
          <a:chOff x="0" y="0"/>
          <a:chExt cx="0" cy="0"/>
        </a:xfrm>
      </p:grpSpPr>
      <p:sp>
        <p:nvSpPr>
          <p:cNvPr id="189" name="Google Shape;189;p15"/>
          <p:cNvSpPr txBox="1">
            <a:spLocks noGrp="1"/>
          </p:cNvSpPr>
          <p:nvPr>
            <p:ph type="title"/>
          </p:nvPr>
        </p:nvSpPr>
        <p:spPr>
          <a:xfrm>
            <a:off x="687371" y="168177"/>
            <a:ext cx="5408629" cy="752475"/>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dk1"/>
              </a:buClr>
              <a:buSzPts val="3600"/>
              <a:buFont typeface="Avenir"/>
              <a:buNone/>
            </a:pPr>
            <a:r>
              <a:rPr lang="en-US" dirty="0">
                <a:latin typeface="Calibri" panose="020F0502020204030204" pitchFamily="34" charset="0"/>
                <a:ea typeface="Calibri" panose="020F0502020204030204" pitchFamily="34" charset="0"/>
                <a:cs typeface="Calibri" panose="020F0502020204030204" pitchFamily="34" charset="0"/>
              </a:rPr>
              <a:t>As developers we are:</a:t>
            </a:r>
            <a:endParaRPr dirty="0">
              <a:latin typeface="Calibri" panose="020F0502020204030204" pitchFamily="34" charset="0"/>
              <a:ea typeface="Calibri" panose="020F0502020204030204" pitchFamily="34" charset="0"/>
              <a:cs typeface="Calibri" panose="020F0502020204030204" pitchFamily="34" charset="0"/>
            </a:endParaRPr>
          </a:p>
        </p:txBody>
      </p:sp>
      <p:sp>
        <p:nvSpPr>
          <p:cNvPr id="190" name="Google Shape;190;p15"/>
          <p:cNvSpPr txBox="1">
            <a:spLocks noGrp="1"/>
          </p:cNvSpPr>
          <p:nvPr>
            <p:ph type="body" idx="1"/>
          </p:nvPr>
        </p:nvSpPr>
        <p:spPr>
          <a:xfrm>
            <a:off x="838200" y="1253331"/>
            <a:ext cx="10515600" cy="4351338"/>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2"/>
              </a:buClr>
              <a:buSzPts val="2800"/>
              <a:buNone/>
            </a:pPr>
            <a:r>
              <a:rPr lang="en-US" b="0" dirty="0">
                <a:latin typeface="Calibri" panose="020F0502020204030204" pitchFamily="34" charset="0"/>
                <a:ea typeface="Calibri" panose="020F0502020204030204" pitchFamily="34" charset="0"/>
                <a:cs typeface="Calibri" panose="020F0502020204030204" pitchFamily="34" charset="0"/>
              </a:rPr>
              <a:t>…deliberately trying to get better</a:t>
            </a:r>
            <a:endParaRPr dirty="0">
              <a:latin typeface="Calibri" panose="020F0502020204030204" pitchFamily="34" charset="0"/>
              <a:ea typeface="Calibri" panose="020F0502020204030204" pitchFamily="34" charset="0"/>
              <a:cs typeface="Calibri" panose="020F0502020204030204" pitchFamily="34" charset="0"/>
            </a:endParaRPr>
          </a:p>
          <a:p>
            <a:pPr marL="0" lvl="0" indent="0" algn="l" rtl="0">
              <a:lnSpc>
                <a:spcPct val="90000"/>
              </a:lnSpc>
              <a:spcBef>
                <a:spcPts val="1000"/>
              </a:spcBef>
              <a:spcAft>
                <a:spcPts val="0"/>
              </a:spcAft>
              <a:buClr>
                <a:schemeClr val="lt2"/>
              </a:buClr>
              <a:buSzPts val="2800"/>
              <a:buNone/>
            </a:pPr>
            <a:r>
              <a:rPr lang="en-US" b="0" dirty="0">
                <a:latin typeface="Calibri" panose="020F0502020204030204" pitchFamily="34" charset="0"/>
                <a:ea typeface="Calibri" panose="020F0502020204030204" pitchFamily="34" charset="0"/>
                <a:cs typeface="Calibri" panose="020F0502020204030204" pitchFamily="34" charset="0"/>
              </a:rPr>
              <a:t>…not focused on any particular stack, vendor, or language </a:t>
            </a:r>
            <a:endParaRPr dirty="0">
              <a:latin typeface="Calibri" panose="020F0502020204030204" pitchFamily="34" charset="0"/>
              <a:ea typeface="Calibri" panose="020F0502020204030204" pitchFamily="34" charset="0"/>
              <a:cs typeface="Calibri" panose="020F0502020204030204" pitchFamily="34" charset="0"/>
            </a:endParaRPr>
          </a:p>
          <a:p>
            <a:pPr marL="0" lvl="0" indent="0" algn="l" rtl="0">
              <a:lnSpc>
                <a:spcPct val="90000"/>
              </a:lnSpc>
              <a:spcBef>
                <a:spcPts val="1000"/>
              </a:spcBef>
              <a:spcAft>
                <a:spcPts val="0"/>
              </a:spcAft>
              <a:buClr>
                <a:schemeClr val="lt2"/>
              </a:buClr>
              <a:buSzPts val="2800"/>
              <a:buNone/>
            </a:pPr>
            <a:r>
              <a:rPr lang="en-US" b="0" dirty="0">
                <a:latin typeface="Calibri" panose="020F0502020204030204" pitchFamily="34" charset="0"/>
                <a:ea typeface="Calibri" panose="020F0502020204030204" pitchFamily="34" charset="0"/>
                <a:cs typeface="Calibri" panose="020F0502020204030204" pitchFamily="34" charset="0"/>
              </a:rPr>
              <a:t>…better as a group</a:t>
            </a:r>
            <a:endParaRPr dirty="0">
              <a:latin typeface="Calibri" panose="020F0502020204030204" pitchFamily="34" charset="0"/>
              <a:ea typeface="Calibri" panose="020F0502020204030204" pitchFamily="34" charset="0"/>
              <a:cs typeface="Calibri" panose="020F0502020204030204" pitchFamily="34" charset="0"/>
            </a:endParaRPr>
          </a:p>
          <a:p>
            <a:pPr marL="0" lvl="0" indent="0" algn="l" rtl="0">
              <a:lnSpc>
                <a:spcPct val="90000"/>
              </a:lnSpc>
              <a:spcBef>
                <a:spcPts val="1000"/>
              </a:spcBef>
              <a:spcAft>
                <a:spcPts val="0"/>
              </a:spcAft>
              <a:buClr>
                <a:schemeClr val="lt2"/>
              </a:buClr>
              <a:buSzPts val="2800"/>
              <a:buNone/>
            </a:pPr>
            <a:r>
              <a:rPr lang="en-US" b="0" dirty="0">
                <a:latin typeface="Calibri" panose="020F0502020204030204" pitchFamily="34" charset="0"/>
                <a:ea typeface="Calibri" panose="020F0502020204030204" pitchFamily="34" charset="0"/>
                <a:cs typeface="Calibri" panose="020F0502020204030204" pitchFamily="34" charset="0"/>
              </a:rPr>
              <a:t>…here to write code, think about code, discuss the craft</a:t>
            </a:r>
            <a:endParaRPr dirty="0">
              <a:latin typeface="Calibri" panose="020F0502020204030204" pitchFamily="34" charset="0"/>
              <a:ea typeface="Calibri" panose="020F0502020204030204" pitchFamily="34" charset="0"/>
              <a:cs typeface="Calibri" panose="020F0502020204030204" pitchFamily="34" charset="0"/>
            </a:endParaRPr>
          </a:p>
          <a:p>
            <a:pPr marL="0" lvl="0" indent="0" algn="l" rtl="0">
              <a:lnSpc>
                <a:spcPct val="90000"/>
              </a:lnSpc>
              <a:spcBef>
                <a:spcPts val="1000"/>
              </a:spcBef>
              <a:spcAft>
                <a:spcPts val="0"/>
              </a:spcAft>
              <a:buClr>
                <a:schemeClr val="lt2"/>
              </a:buClr>
              <a:buSzPts val="2800"/>
              <a:buNone/>
            </a:pPr>
            <a:r>
              <a:rPr lang="en-US" b="0" dirty="0">
                <a:latin typeface="Calibri" panose="020F0502020204030204" pitchFamily="34" charset="0"/>
                <a:ea typeface="Calibri" panose="020F0502020204030204" pitchFamily="34" charset="0"/>
                <a:cs typeface="Calibri" panose="020F0502020204030204" pitchFamily="34" charset="0"/>
              </a:rPr>
              <a:t>…dreaming of eating pizza together </a:t>
            </a:r>
            <a:br>
              <a:rPr lang="en-US" dirty="0">
                <a:latin typeface="Calibri" panose="020F0502020204030204" pitchFamily="34" charset="0"/>
                <a:ea typeface="Calibri" panose="020F0502020204030204" pitchFamily="34" charset="0"/>
                <a:cs typeface="Calibri" panose="020F0502020204030204" pitchFamily="34" charset="0"/>
              </a:rPr>
            </a:br>
            <a:endParaRPr dirty="0">
              <a:latin typeface="Calibri" panose="020F0502020204030204" pitchFamily="34" charset="0"/>
              <a:ea typeface="Calibri" panose="020F0502020204030204" pitchFamily="34" charset="0"/>
              <a:cs typeface="Calibri" panose="020F0502020204030204" pitchFamily="34" charset="0"/>
            </a:endParaRPr>
          </a:p>
        </p:txBody>
      </p:sp>
    </p:spTree>
  </p:cSld>
  <p:clrMapOvr>
    <a:masterClrMapping/>
  </p:clrMapOvr>
</p:sld>
</file>

<file path=ppt/theme/theme1.xml><?xml version="1.0" encoding="utf-8"?>
<a:theme xmlns:a="http://schemas.openxmlformats.org/drawingml/2006/main" name="Simple Dark">
  <a:themeElements>
    <a:clrScheme name="Simple Dark">
      <a:dk1>
        <a:srgbClr val="FFFFFF"/>
      </a:dk1>
      <a:lt1>
        <a:srgbClr val="212121"/>
      </a:lt1>
      <a:dk2>
        <a:srgbClr val="303030"/>
      </a:dk2>
      <a:lt2>
        <a:srgbClr val="ADADAD"/>
      </a:lt2>
      <a:accent1>
        <a:srgbClr val="009688"/>
      </a:accent1>
      <a:accent2>
        <a:srgbClr val="EEEEEE"/>
      </a:accent2>
      <a:accent3>
        <a:srgbClr val="78909C"/>
      </a:accent3>
      <a:accent4>
        <a:srgbClr val="FFAB40"/>
      </a:accent4>
      <a:accent5>
        <a:srgbClr val="4DD0E1"/>
      </a:accent5>
      <a:accent6>
        <a:srgbClr val="EEFF41"/>
      </a:accent6>
      <a:hlink>
        <a:srgbClr val="4DD0E1"/>
      </a:hlink>
      <a:folHlink>
        <a:srgbClr val="4DD0E1"/>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dlc_DocId xmlns="4e7f93b2-f0aa-48ca-85ae-efd28a7126e2">XDSYMQJCQ3QS-983622234-155924</_dlc_DocId>
    <_dlc_DocIdUrl xmlns="4e7f93b2-f0aa-48ca-85ae-efd28a7126e2">
      <Url>https://revisioncollective.sharepoint.com/sites/IngageDocumentLibrary/_layouts/15/DocIdRedir.aspx?ID=XDSYMQJCQ3QS-983622234-155924</Url>
      <Description>XDSYMQJCQ3QS-983622234-155924</Description>
    </_dlc_DocIdUrl>
    <TaxCatchAll xmlns="4e7f93b2-f0aa-48ca-85ae-efd28a7126e2" xsi:nil="true"/>
    <lcf76f155ced4ddcb4097134ff3c332f xmlns="b2c91fb7-bb4a-4589-a25e-ec01b3ddf31d">
      <Terms xmlns="http://schemas.microsoft.com/office/infopath/2007/PartnerControls"/>
    </lcf76f155ced4ddcb4097134ff3c332f>
    <_dlc_DocIdPersistId xmlns="4e7f93b2-f0aa-48ca-85ae-efd28a7126e2"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99A80C1D0ABF8146AAD78A994AD30A89" ma:contentTypeVersion="18" ma:contentTypeDescription="Create a new document." ma:contentTypeScope="" ma:versionID="f5e30cacc1bdfa1c8ac494460e3a3843">
  <xsd:schema xmlns:xsd="http://www.w3.org/2001/XMLSchema" xmlns:xs="http://www.w3.org/2001/XMLSchema" xmlns:p="http://schemas.microsoft.com/office/2006/metadata/properties" xmlns:ns2="4e7f93b2-f0aa-48ca-85ae-efd28a7126e2" xmlns:ns3="b2c91fb7-bb4a-4589-a25e-ec01b3ddf31d" targetNamespace="http://schemas.microsoft.com/office/2006/metadata/properties" ma:root="true" ma:fieldsID="6297e4f56f9ba3eeacdc7e2016ac0f2a" ns2:_="" ns3:_="">
    <xsd:import namespace="4e7f93b2-f0aa-48ca-85ae-efd28a7126e2"/>
    <xsd:import namespace="b2c91fb7-bb4a-4589-a25e-ec01b3ddf31d"/>
    <xsd:element name="properties">
      <xsd:complexType>
        <xsd:sequence>
          <xsd:element name="documentManagement">
            <xsd:complexType>
              <xsd:all>
                <xsd:element ref="ns2:_dlc_DocId" minOccurs="0"/>
                <xsd:element ref="ns2:_dlc_DocIdUrl" minOccurs="0"/>
                <xsd:element ref="ns2:_dlc_DocIdPersistId" minOccurs="0"/>
                <xsd:element ref="ns3:MediaServiceMetadata" minOccurs="0"/>
                <xsd:element ref="ns3:MediaServiceFastMetadata" minOccurs="0"/>
                <xsd:element ref="ns3:MediaServiceSearchProperties" minOccurs="0"/>
                <xsd:element ref="ns3:MediaServiceDateTaken" minOccurs="0"/>
                <xsd:element ref="ns3:MediaServiceGenerationTime" minOccurs="0"/>
                <xsd:element ref="ns3:MediaServiceEventHashCode" minOccurs="0"/>
                <xsd:element ref="ns3:MediaLengthInSeconds" minOccurs="0"/>
                <xsd:element ref="ns3:lcf76f155ced4ddcb4097134ff3c332f" minOccurs="0"/>
                <xsd:element ref="ns2:TaxCatchAll" minOccurs="0"/>
                <xsd:element ref="ns3:MediaServiceOCR" minOccurs="0"/>
                <xsd:element ref="ns3:MediaServiceBillingMetadata" minOccurs="0"/>
                <xsd:element ref="ns3: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e7f93b2-f0aa-48ca-85ae-efd28a7126e2" elementFormDefault="qualified">
    <xsd:import namespace="http://schemas.microsoft.com/office/2006/documentManagement/types"/>
    <xsd:import namespace="http://schemas.microsoft.com/office/infopath/2007/PartnerControls"/>
    <xsd:element name="_dlc_DocId" ma:index="8" nillable="true" ma:displayName="Document ID Value" ma:description="The value of the document ID assigned to this item." ma:indexed="true" ma:internalName="_dlc_DocId" ma:readOnly="true">
      <xsd:simpleType>
        <xsd:restriction base="dms:Text"/>
      </xsd:simpleType>
    </xsd:element>
    <xsd:element name="_dlc_DocIdUrl" ma:index="9" nillable="true" ma:displayName="Document ID" ma:description="Permanent link to this document." ma:hidden="true" ma:internalName="_dlc_DocIdUrl" ma:readOnly="true">
      <xsd:complexType>
        <xsd:complexContent>
          <xsd:extension base="dms:URL">
            <xsd:sequence>
              <xsd:element name="Url" type="dms:ValidUrl" minOccurs="0" nillable="true"/>
              <xsd:element name="Description" type="xsd:string" nillable="true"/>
            </xsd:sequence>
          </xsd:extension>
        </xsd:complexContent>
      </xsd:complexType>
    </xsd:element>
    <xsd:element name="_dlc_DocIdPersistId" ma:index="10" nillable="true" ma:displayName="Persist ID" ma:description="Keep ID on add." ma:hidden="true" ma:internalName="_dlc_DocIdPersistId" ma:readOnly="false">
      <xsd:simpleType>
        <xsd:restriction base="dms:Boolean"/>
      </xsd:simpleType>
    </xsd:element>
    <xsd:element name="TaxCatchAll" ma:index="20" nillable="true" ma:displayName="Taxonomy Catch All Column" ma:hidden="true" ma:list="{3f1f365e-6023-4ef2-b5cf-b397c474fa3c}" ma:internalName="TaxCatchAll" ma:showField="CatchAllData" ma:web="4e7f93b2-f0aa-48ca-85ae-efd28a7126e2">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b2c91fb7-bb4a-4589-a25e-ec01b3ddf31d" elementFormDefault="qualified">
    <xsd:import namespace="http://schemas.microsoft.com/office/2006/documentManagement/types"/>
    <xsd:import namespace="http://schemas.microsoft.com/office/infopath/2007/PartnerControls"/>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SearchProperties" ma:index="13" nillable="true" ma:displayName="MediaServiceSearchProperties" ma:hidden="true" ma:internalName="MediaServiceSearchProperties" ma:readOnly="true">
      <xsd:simpleType>
        <xsd:restriction base="dms:Note"/>
      </xsd:simpleType>
    </xsd:element>
    <xsd:element name="MediaServiceDateTaken" ma:index="14" nillable="true" ma:displayName="MediaServiceDateTaken" ma:hidden="true" ma:indexed="true" ma:internalName="MediaServiceDateTaken" ma:readOnly="true">
      <xsd:simpleType>
        <xsd:restriction base="dms:Text"/>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lcf76f155ced4ddcb4097134ff3c332f" ma:index="19" nillable="true" ma:taxonomy="true" ma:internalName="lcf76f155ced4ddcb4097134ff3c332f" ma:taxonomyFieldName="MediaServiceImageTags" ma:displayName="Image Tags" ma:readOnly="false" ma:fieldId="{5cf76f15-5ced-4ddc-b409-7134ff3c332f}" ma:taxonomyMulti="true" ma:sspId="097e9a18-ee26-4d55-9839-bb0b414cbeb1" ma:termSetId="09814cd3-568e-fe90-9814-8d621ff8fb84" ma:anchorId="fba54fb3-c3e1-fe81-a776-ca4b69148c4d" ma:open="true" ma:isKeyword="false">
      <xsd:complexType>
        <xsd:sequence>
          <xsd:element ref="pc:Terms" minOccurs="0" maxOccurs="1"/>
        </xsd:sequence>
      </xsd:complexType>
    </xsd:element>
    <xsd:element name="MediaServiceOCR" ma:index="21" nillable="true" ma:displayName="Extracted Text" ma:internalName="MediaServiceOCR" ma:readOnly="true">
      <xsd:simpleType>
        <xsd:restriction base="dms:Note">
          <xsd:maxLength value="255"/>
        </xsd:restriction>
      </xsd:simpleType>
    </xsd:element>
    <xsd:element name="MediaServiceBillingMetadata" ma:index="22" nillable="true" ma:displayName="MediaServiceBillingMetadata" ma:hidden="true" ma:internalName="MediaServiceBillingMetadata" ma:readOnly="true">
      <xsd:simpleType>
        <xsd:restriction base="dms:Note"/>
      </xsd:simpleType>
    </xsd:element>
    <xsd:element name="MediaServiceLocation" ma:index="23" nillable="true" ma:displayName="Location" ma:description="" ma:indexed="true" ma:internalName="MediaServiceLocatio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4.xml><?xml version="1.0" encoding="utf-8"?>
<?mso-contentType ?>
<spe:Receivers xmlns:spe="http://schemas.microsoft.com/sharepoint/events">
  <Receiver>
    <Name>Document ID Generator</Name>
    <Synchronization>Synchronous</Synchronization>
    <Type>10001</Type>
    <SequenceNumber>1000</SequenceNumber>
    <Url/>
    <Assembly>Microsoft.Office.DocumentManagement, Version=16.0.0.0, Culture=neutral, PublicKeyToken=71e9bce111e9429c</Assembly>
    <Class>Microsoft.Office.DocumentManagement.Internal.DocIdHandler</Class>
    <Data/>
    <Filter/>
  </Receiver>
  <Receiver>
    <Name>Document ID Generator</Name>
    <Synchronization>Synchronous</Synchronization>
    <Type>10002</Type>
    <SequenceNumber>1001</SequenceNumber>
    <Url/>
    <Assembly>Microsoft.Office.DocumentManagement, Version=16.0.0.0, Culture=neutral, PublicKeyToken=71e9bce111e9429c</Assembly>
    <Class>Microsoft.Office.DocumentManagement.Internal.DocIdHandler</Class>
    <Data/>
    <Filter/>
  </Receiver>
  <Receiver>
    <Name>Document ID Generator</Name>
    <Synchronization>Synchronous</Synchronization>
    <Type>10004</Type>
    <SequenceNumber>1002</SequenceNumber>
    <Url/>
    <Assembly>Microsoft.Office.DocumentManagement, Version=16.0.0.0, Culture=neutral, PublicKeyToken=71e9bce111e9429c</Assembly>
    <Class>Microsoft.Office.DocumentManagement.Internal.DocIdHandler</Class>
    <Data/>
    <Filter/>
  </Receiver>
  <Receiver>
    <Name>Document ID Generator</Name>
    <Synchronization>Synchronous</Synchronization>
    <Type>10006</Type>
    <SequenceNumber>1003</SequenceNumber>
    <Url/>
    <Assembly>Microsoft.Office.DocumentManagement, Version=16.0.0.0, Culture=neutral, PublicKeyToken=71e9bce111e9429c</Assembly>
    <Class>Microsoft.Office.DocumentManagement.Internal.DocIdHandler</Class>
    <Data/>
    <Filter/>
  </Receiver>
</spe:Receivers>
</file>

<file path=customXml/itemProps1.xml><?xml version="1.0" encoding="utf-8"?>
<ds:datastoreItem xmlns:ds="http://schemas.openxmlformats.org/officeDocument/2006/customXml" ds:itemID="{E704762C-3518-4AD2-A6C4-D2F1211E6B1B}">
  <ds:schemaRefs>
    <ds:schemaRef ds:uri="http://schemas.microsoft.com/sharepoint/v3/contenttype/forms"/>
  </ds:schemaRefs>
</ds:datastoreItem>
</file>

<file path=customXml/itemProps2.xml><?xml version="1.0" encoding="utf-8"?>
<ds:datastoreItem xmlns:ds="http://schemas.openxmlformats.org/officeDocument/2006/customXml" ds:itemID="{89AB440E-315A-4941-8606-D51F5637CB5A}">
  <ds:schemaRefs>
    <ds:schemaRef ds:uri="217d66d6-2abc-48c8-a9ed-71806d84b407"/>
    <ds:schemaRef ds:uri="http://schemas.microsoft.com/office/infopath/2007/PartnerControls"/>
    <ds:schemaRef ds:uri="http://schemas.openxmlformats.org/package/2006/metadata/core-properties"/>
    <ds:schemaRef ds:uri="http://purl.org/dc/elements/1.1/"/>
    <ds:schemaRef ds:uri="510cc892-9c14-4c5e-9212-5f49ec120e4c"/>
    <ds:schemaRef ds:uri="http://www.w3.org/XML/1998/namespace"/>
    <ds:schemaRef ds:uri="http://schemas.microsoft.com/office/2006/documentManagement/types"/>
    <ds:schemaRef ds:uri="http://purl.org/dc/terms/"/>
    <ds:schemaRef ds:uri="http://schemas.microsoft.com/office/2006/metadata/properties"/>
    <ds:schemaRef ds:uri="http://purl.org/dc/dcmitype/"/>
    <ds:schemaRef ds:uri="4e7f93b2-f0aa-48ca-85ae-efd28a7126e2"/>
    <ds:schemaRef ds:uri="b2c91fb7-bb4a-4589-a25e-ec01b3ddf31d"/>
  </ds:schemaRefs>
</ds:datastoreItem>
</file>

<file path=customXml/itemProps3.xml><?xml version="1.0" encoding="utf-8"?>
<ds:datastoreItem xmlns:ds="http://schemas.openxmlformats.org/officeDocument/2006/customXml" ds:itemID="{BEE0B7C8-970F-4B6A-829E-51E01F08AA3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e7f93b2-f0aa-48ca-85ae-efd28a7126e2"/>
    <ds:schemaRef ds:uri="b2c91fb7-bb4a-4589-a25e-ec01b3ddf31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4.xml><?xml version="1.0" encoding="utf-8"?>
<ds:datastoreItem xmlns:ds="http://schemas.openxmlformats.org/officeDocument/2006/customXml" ds:itemID="{6B58ADC5-B412-4B92-B3DD-16A888E8D614}">
  <ds:schemaRefs>
    <ds:schemaRef ds:uri="http://schemas.microsoft.com/sharepoint/events"/>
  </ds:schemaRefs>
</ds:datastoreItem>
</file>

<file path=docProps/app.xml><?xml version="1.0" encoding="utf-8"?>
<Properties xmlns="http://schemas.openxmlformats.org/officeDocument/2006/extended-properties" xmlns:vt="http://schemas.openxmlformats.org/officeDocument/2006/docPropsVTypes">
  <TotalTime>608</TotalTime>
  <Words>2133</Words>
  <Application>Microsoft Office PowerPoint</Application>
  <PresentationFormat>Widescreen</PresentationFormat>
  <Paragraphs>321</Paragraphs>
  <Slides>30</Slides>
  <Notes>30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30</vt:i4>
      </vt:variant>
    </vt:vector>
  </HeadingPairs>
  <TitlesOfParts>
    <vt:vector size="38" baseType="lpstr">
      <vt:lpstr>Arial</vt:lpstr>
      <vt:lpstr>Avenir</vt:lpstr>
      <vt:lpstr>Calibri</vt:lpstr>
      <vt:lpstr>DejaVu Sans Mono</vt:lpstr>
      <vt:lpstr>Inter</vt:lpstr>
      <vt:lpstr>Inter Display</vt:lpstr>
      <vt:lpstr>Lato Light</vt:lpstr>
      <vt:lpstr>Simple Dark</vt:lpstr>
      <vt:lpstr>   Code, Craft, Community</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The Repo</vt:lpstr>
      <vt:lpstr>Raffle</vt:lpstr>
      <vt:lpstr>As developers we are: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Ken Baum</cp:lastModifiedBy>
  <cp:revision>452</cp:revision>
  <dcterms:modified xsi:type="dcterms:W3CDTF">2026-10-28T20:23:39Z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0x01010099A80C1D0ABF8146AAD78A994AD30A89</vt:lpwstr>
  </property>
  <property fmtid="{D5CDD505-2E9C-101B-9397-08002B2CF9AE}" pid="3" name="_dlc_DocIdItemGuid">
    <vt:lpwstr>2492c676-cbac-432e-a1a7-d75cbdabe2be</vt:lpwstr>
  </property>
  <property fmtid="{D5CDD505-2E9C-101B-9397-08002B2CF9AE}" pid="4" name="MediaServiceImageTags">
    <vt:lpwstr/>
  </property>
  <property fmtid="{D5CDD505-2E9C-101B-9397-08002B2CF9AE}" pid="5" name="DocumentSetDescription">
    <vt:lpwstr/>
  </property>
  <property fmtid="{D5CDD505-2E9C-101B-9397-08002B2CF9AE}" pid="6" name="_ExtendedDescription">
    <vt:lpwstr/>
  </property>
  <property fmtid="{D5CDD505-2E9C-101B-9397-08002B2CF9AE}" pid="7" name="URL">
    <vt:lpwstr/>
  </property>
</Properties>
</file>